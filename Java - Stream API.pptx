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0" r:id="rId8"/>
    <p:sldId id="262" r:id="rId9"/>
    <p:sldId id="264" r:id="rId10"/>
    <p:sldId id="274" r:id="rId11"/>
    <p:sldId id="273" r:id="rId12"/>
    <p:sldId id="265" r:id="rId13"/>
    <p:sldId id="266" r:id="rId14"/>
    <p:sldId id="267" r:id="rId15"/>
    <p:sldId id="268" r:id="rId16"/>
    <p:sldId id="269" r:id="rId17"/>
    <p:sldId id="272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69EB5A9-2B21-4A71-92EC-43BD248858C3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BE6CB8AF-B1A1-4210-8905-14B51F628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702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EB5A9-2B21-4A71-92EC-43BD248858C3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B8AF-B1A1-4210-8905-14B51F628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193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69EB5A9-2B21-4A71-92EC-43BD248858C3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E6CB8AF-B1A1-4210-8905-14B51F628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203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EB5A9-2B21-4A71-92EC-43BD248858C3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B8AF-B1A1-4210-8905-14B51F628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362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EB5A9-2B21-4A71-92EC-43BD248858C3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B8AF-B1A1-4210-8905-14B51F628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189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EB5A9-2B21-4A71-92EC-43BD248858C3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B8AF-B1A1-4210-8905-14B51F628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931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EB5A9-2B21-4A71-92EC-43BD248858C3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B8AF-B1A1-4210-8905-14B51F628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100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EB5A9-2B21-4A71-92EC-43BD248858C3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B8AF-B1A1-4210-8905-14B51F628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630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EB5A9-2B21-4A71-92EC-43BD248858C3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B8AF-B1A1-4210-8905-14B51F628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561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EB5A9-2B21-4A71-92EC-43BD248858C3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B8AF-B1A1-4210-8905-14B51F628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093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69EB5A9-2B21-4A71-92EC-43BD248858C3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E6CB8AF-B1A1-4210-8905-14B51F628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235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69EB5A9-2B21-4A71-92EC-43BD248858C3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E6CB8AF-B1A1-4210-8905-14B51F628282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07846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69EB5A9-2B21-4A71-92EC-43BD248858C3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E6CB8AF-B1A1-4210-8905-14B51F628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0310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EB5A9-2B21-4A71-92EC-43BD248858C3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B8AF-B1A1-4210-8905-14B51F628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532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EB5A9-2B21-4A71-92EC-43BD248858C3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B8AF-B1A1-4210-8905-14B51F628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4088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EB5A9-2B21-4A71-92EC-43BD248858C3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CB8AF-B1A1-4210-8905-14B51F628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0697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69EB5A9-2B21-4A71-92EC-43BD248858C3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BE6CB8AF-B1A1-4210-8905-14B51F628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424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EB5A9-2B21-4A71-92EC-43BD248858C3}" type="datetimeFigureOut">
              <a:rPr lang="en-IN" smtClean="0"/>
              <a:t>07-07-2025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6CB8AF-B1A1-4210-8905-14B51F6282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7869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D565E7-1C02-4C8F-9772-03163DBCAF45}"/>
              </a:ext>
            </a:extLst>
          </p:cNvPr>
          <p:cNvSpPr txBox="1"/>
          <p:nvPr/>
        </p:nvSpPr>
        <p:spPr>
          <a:xfrm>
            <a:off x="3297381" y="2721114"/>
            <a:ext cx="5153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Streams In Java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051523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5D9FC0-636E-4207-B0A5-C716D3855BBF}"/>
              </a:ext>
            </a:extLst>
          </p:cNvPr>
          <p:cNvSpPr txBox="1"/>
          <p:nvPr/>
        </p:nvSpPr>
        <p:spPr>
          <a:xfrm>
            <a:off x="2286000" y="1166842"/>
            <a:ext cx="7398327" cy="4438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 In Java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Introduced in Java 8, the Stream API is used to process collections of objects. A stream is a sequence of objects that supports various methods which can be pipelined to produce the desired result.</a:t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features of Java stream are –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stream is not a data structure instead it takes input from the Collections, Arrays or I/O channels.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Streams don’t change the original data structure, they only provide the result as per the pipelined methods.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Each intermediate operation is lazily executed and returns a stream as a result, hence various intermediate operations can be pipelined. Terminal operations mark the end of the stream and return the result.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3986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8C5B99-1246-4C0A-90F9-F3E480A98B3B}"/>
              </a:ext>
            </a:extLst>
          </p:cNvPr>
          <p:cNvSpPr txBox="1"/>
          <p:nvPr/>
        </p:nvSpPr>
        <p:spPr>
          <a:xfrm>
            <a:off x="1357745" y="1028343"/>
            <a:ext cx="753687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800" dirty="0">
                <a:latin typeface="Consolas" panose="020B0609020204030204" pitchFamily="49" charset="0"/>
              </a:rPr>
              <a:t>package </a:t>
            </a:r>
            <a:r>
              <a:rPr lang="en-IN" sz="1800" dirty="0" err="1">
                <a:latin typeface="Consolas" panose="020B0609020204030204" pitchFamily="49" charset="0"/>
              </a:rPr>
              <a:t>javaprogram</a:t>
            </a:r>
            <a:r>
              <a:rPr lang="en-IN" sz="1800" dirty="0">
                <a:latin typeface="Consolas" panose="020B0609020204030204" pitchFamily="49" charset="0"/>
              </a:rPr>
              <a:t>;</a:t>
            </a:r>
          </a:p>
          <a:p>
            <a:pPr algn="l"/>
            <a:r>
              <a:rPr lang="en-IN" sz="1800" dirty="0">
                <a:solidFill>
                  <a:srgbClr val="FFFF00"/>
                </a:solidFill>
                <a:latin typeface="Consolas" panose="020B0609020204030204" pitchFamily="49" charset="0"/>
              </a:rPr>
              <a:t>/* </a:t>
            </a:r>
            <a:r>
              <a:rPr lang="en-IN" sz="1800" dirty="0" err="1">
                <a:solidFill>
                  <a:srgbClr val="FFFF00"/>
                </a:solidFill>
                <a:latin typeface="Consolas" panose="020B0609020204030204" pitchFamily="49" charset="0"/>
              </a:rPr>
              <a:t>Title:StreamTest.java</a:t>
            </a:r>
            <a:endParaRPr lang="en-IN" sz="18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algn="l"/>
            <a:r>
              <a:rPr lang="en-IN" sz="1800" dirty="0">
                <a:solidFill>
                  <a:srgbClr val="FFFF00"/>
                </a:solidFill>
                <a:latin typeface="Consolas" panose="020B0609020204030204" pitchFamily="49" charset="0"/>
              </a:rPr>
              <a:t> * </a:t>
            </a:r>
            <a:r>
              <a:rPr lang="en-IN" sz="1800" dirty="0" err="1">
                <a:solidFill>
                  <a:srgbClr val="FFFF00"/>
                </a:solidFill>
                <a:latin typeface="Consolas" panose="020B0609020204030204" pitchFamily="49" charset="0"/>
              </a:rPr>
              <a:t>Author:Rajiv</a:t>
            </a:r>
            <a:r>
              <a:rPr lang="en-IN" sz="1800" dirty="0">
                <a:solidFill>
                  <a:srgbClr val="FFFF00"/>
                </a:solidFill>
                <a:latin typeface="Consolas" panose="020B0609020204030204" pitchFamily="49" charset="0"/>
              </a:rPr>
              <a:t> Ranjan</a:t>
            </a:r>
          </a:p>
          <a:p>
            <a:pPr algn="l"/>
            <a:r>
              <a:rPr lang="en-IN" sz="1800" dirty="0">
                <a:solidFill>
                  <a:srgbClr val="FFFF00"/>
                </a:solidFill>
                <a:latin typeface="Consolas" panose="020B0609020204030204" pitchFamily="49" charset="0"/>
              </a:rPr>
              <a:t> * </a:t>
            </a:r>
            <a:r>
              <a:rPr lang="en-IN" sz="1800" dirty="0" err="1">
                <a:solidFill>
                  <a:srgbClr val="FFFF00"/>
                </a:solidFill>
                <a:latin typeface="Consolas" panose="020B0609020204030204" pitchFamily="49" charset="0"/>
              </a:rPr>
              <a:t>Description:Program</a:t>
            </a:r>
            <a:r>
              <a:rPr lang="en-IN" sz="1800" dirty="0">
                <a:solidFill>
                  <a:srgbClr val="FFFF00"/>
                </a:solidFill>
                <a:latin typeface="Consolas" panose="020B0609020204030204" pitchFamily="49" charset="0"/>
              </a:rPr>
              <a:t> to create stream</a:t>
            </a:r>
          </a:p>
          <a:p>
            <a:pPr algn="l"/>
            <a:r>
              <a:rPr lang="en-IN" sz="1800" dirty="0">
                <a:solidFill>
                  <a:srgbClr val="FFFF00"/>
                </a:solidFill>
                <a:latin typeface="Consolas" panose="020B0609020204030204" pitchFamily="49" charset="0"/>
              </a:rPr>
              <a:t> * Date:7-1-2022</a:t>
            </a:r>
          </a:p>
          <a:p>
            <a:pPr algn="l"/>
            <a:r>
              <a:rPr lang="en-IN" sz="1800" dirty="0">
                <a:solidFill>
                  <a:srgbClr val="FFFF00"/>
                </a:solidFill>
                <a:latin typeface="Consolas" panose="020B0609020204030204" pitchFamily="49" charset="0"/>
              </a:rPr>
              <a:t> */</a:t>
            </a:r>
          </a:p>
          <a:p>
            <a:pPr algn="l"/>
            <a:r>
              <a:rPr lang="en-IN" sz="1800" dirty="0">
                <a:latin typeface="Consolas" panose="020B0609020204030204" pitchFamily="49" charset="0"/>
              </a:rPr>
              <a:t>import </a:t>
            </a:r>
            <a:r>
              <a:rPr lang="en-IN" sz="1800" dirty="0" err="1">
                <a:latin typeface="Consolas" panose="020B0609020204030204" pitchFamily="49" charset="0"/>
              </a:rPr>
              <a:t>java.util.stream</a:t>
            </a:r>
            <a:r>
              <a:rPr lang="en-IN" sz="1800" dirty="0">
                <a:latin typeface="Consolas" panose="020B0609020204030204" pitchFamily="49" charset="0"/>
              </a:rPr>
              <a:t>.*;</a:t>
            </a:r>
          </a:p>
          <a:p>
            <a:pPr algn="l"/>
            <a:r>
              <a:rPr lang="en-IN" sz="1800" dirty="0">
                <a:latin typeface="Consolas" panose="020B0609020204030204" pitchFamily="49" charset="0"/>
              </a:rPr>
              <a:t>public class </a:t>
            </a:r>
            <a:r>
              <a:rPr lang="en-IN" sz="1800" dirty="0" err="1">
                <a:latin typeface="Consolas" panose="020B0609020204030204" pitchFamily="49" charset="0"/>
              </a:rPr>
              <a:t>StreamTest</a:t>
            </a:r>
            <a:r>
              <a:rPr lang="en-IN" sz="1800" dirty="0">
                <a:latin typeface="Consolas" panose="020B0609020204030204" pitchFamily="49" charset="0"/>
              </a:rPr>
              <a:t> {</a:t>
            </a:r>
          </a:p>
          <a:p>
            <a:pPr algn="l"/>
            <a:r>
              <a:rPr lang="en-IN" sz="1800" dirty="0">
                <a:latin typeface="Consolas" panose="020B0609020204030204" pitchFamily="49" charset="0"/>
              </a:rPr>
              <a:t>public static void main(String </a:t>
            </a:r>
            <a:r>
              <a:rPr lang="en-IN" sz="1800" dirty="0" err="1">
                <a:latin typeface="Consolas" panose="020B0609020204030204" pitchFamily="49" charset="0"/>
              </a:rPr>
              <a:t>ar</a:t>
            </a:r>
            <a:r>
              <a:rPr lang="en-IN" sz="1800" dirty="0">
                <a:latin typeface="Consolas" panose="020B0609020204030204" pitchFamily="49" charset="0"/>
              </a:rPr>
              <a:t>[])</a:t>
            </a:r>
          </a:p>
          <a:p>
            <a:pPr algn="l"/>
            <a:r>
              <a:rPr lang="en-IN" sz="1800" dirty="0">
                <a:latin typeface="Consolas" panose="020B0609020204030204" pitchFamily="49" charset="0"/>
              </a:rPr>
              <a:t>{</a:t>
            </a:r>
          </a:p>
          <a:p>
            <a:pPr algn="l"/>
            <a:r>
              <a:rPr lang="en-IN" sz="1800" dirty="0">
                <a:latin typeface="Consolas" panose="020B0609020204030204" pitchFamily="49" charset="0"/>
              </a:rPr>
              <a:t>	Stream&lt;Integer&gt; stream = </a:t>
            </a:r>
            <a:r>
              <a:rPr lang="en-IN" sz="1800" dirty="0" err="1">
                <a:latin typeface="Consolas" panose="020B0609020204030204" pitchFamily="49" charset="0"/>
              </a:rPr>
              <a:t>Stream.of</a:t>
            </a:r>
            <a:r>
              <a:rPr lang="en-IN" sz="1800" dirty="0">
                <a:latin typeface="Consolas" panose="020B0609020204030204" pitchFamily="49" charset="0"/>
              </a:rPr>
              <a:t>(1,2,3,4,5,6,7,8,9);</a:t>
            </a:r>
          </a:p>
          <a:p>
            <a:pPr algn="l"/>
            <a:r>
              <a:rPr lang="en-IN" sz="1800" dirty="0">
                <a:latin typeface="Consolas" panose="020B0609020204030204" pitchFamily="49" charset="0"/>
              </a:rPr>
              <a:t>    </a:t>
            </a:r>
            <a:r>
              <a:rPr lang="en-IN" sz="1800" dirty="0" err="1">
                <a:latin typeface="Consolas" panose="020B0609020204030204" pitchFamily="49" charset="0"/>
              </a:rPr>
              <a:t>stream.forEach</a:t>
            </a:r>
            <a:r>
              <a:rPr lang="en-IN" sz="1800" dirty="0">
                <a:latin typeface="Consolas" panose="020B0609020204030204" pitchFamily="49" charset="0"/>
              </a:rPr>
              <a:t>(p -&gt; </a:t>
            </a:r>
            <a:r>
              <a:rPr lang="en-IN" sz="1800" dirty="0" err="1">
                <a:latin typeface="Consolas" panose="020B0609020204030204" pitchFamily="49" charset="0"/>
              </a:rPr>
              <a:t>System.out.println</a:t>
            </a:r>
            <a:r>
              <a:rPr lang="en-IN" sz="1800" dirty="0">
                <a:latin typeface="Consolas" panose="020B0609020204030204" pitchFamily="49" charset="0"/>
              </a:rPr>
              <a:t>(p));</a:t>
            </a:r>
          </a:p>
          <a:p>
            <a:pPr algn="l"/>
            <a:endParaRPr lang="en-IN" sz="1800" dirty="0">
              <a:latin typeface="Consolas" panose="020B0609020204030204" pitchFamily="49" charset="0"/>
            </a:endParaRPr>
          </a:p>
          <a:p>
            <a:pPr algn="l"/>
            <a:r>
              <a:rPr lang="en-IN" sz="1800" dirty="0"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IN" sz="1800" dirty="0">
                <a:latin typeface="Consolas" panose="020B0609020204030204" pitchFamily="49" charset="0"/>
              </a:rPr>
              <a:t>}</a:t>
            </a:r>
          </a:p>
          <a:p>
            <a:pPr algn="l"/>
            <a:r>
              <a:rPr lang="en-IN" sz="1800" dirty="0">
                <a:latin typeface="Consolas" panose="020B0609020204030204" pitchFamily="49" charset="0"/>
              </a:rPr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2635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6B3DD2-9B6D-4CEF-98CA-0E606F7931E4}"/>
              </a:ext>
            </a:extLst>
          </p:cNvPr>
          <p:cNvSpPr txBox="1"/>
          <p:nvPr/>
        </p:nvSpPr>
        <p:spPr>
          <a:xfrm>
            <a:off x="2286000" y="734291"/>
            <a:ext cx="889461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package </a:t>
            </a:r>
            <a:r>
              <a:rPr lang="en-IN" dirty="0" err="1"/>
              <a:t>javaprogram</a:t>
            </a:r>
            <a:r>
              <a:rPr lang="en-IN" dirty="0"/>
              <a:t>;</a:t>
            </a:r>
          </a:p>
          <a:p>
            <a:r>
              <a:rPr lang="en-IN" dirty="0">
                <a:solidFill>
                  <a:srgbClr val="FFFF00"/>
                </a:solidFill>
              </a:rPr>
              <a:t>/* </a:t>
            </a:r>
            <a:r>
              <a:rPr lang="en-IN" dirty="0" err="1">
                <a:solidFill>
                  <a:srgbClr val="FFFF00"/>
                </a:solidFill>
              </a:rPr>
              <a:t>Title:StreamTest.java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>
                <a:solidFill>
                  <a:srgbClr val="FFFF00"/>
                </a:solidFill>
              </a:rPr>
              <a:t> * </a:t>
            </a:r>
            <a:r>
              <a:rPr lang="en-IN" dirty="0" err="1">
                <a:solidFill>
                  <a:srgbClr val="FFFF00"/>
                </a:solidFill>
              </a:rPr>
              <a:t>Author:Rajiv</a:t>
            </a:r>
            <a:r>
              <a:rPr lang="en-IN" dirty="0">
                <a:solidFill>
                  <a:srgbClr val="FFFF00"/>
                </a:solidFill>
              </a:rPr>
              <a:t> Ranjan</a:t>
            </a:r>
          </a:p>
          <a:p>
            <a:r>
              <a:rPr lang="en-IN" dirty="0">
                <a:solidFill>
                  <a:srgbClr val="FFFF00"/>
                </a:solidFill>
              </a:rPr>
              <a:t> * </a:t>
            </a:r>
            <a:r>
              <a:rPr lang="en-IN" dirty="0" err="1">
                <a:solidFill>
                  <a:srgbClr val="FFFF00"/>
                </a:solidFill>
              </a:rPr>
              <a:t>Description:Program</a:t>
            </a:r>
            <a:r>
              <a:rPr lang="en-IN" dirty="0">
                <a:solidFill>
                  <a:srgbClr val="FFFF00"/>
                </a:solidFill>
              </a:rPr>
              <a:t> to create stream </a:t>
            </a:r>
          </a:p>
          <a:p>
            <a:r>
              <a:rPr lang="en-IN" dirty="0">
                <a:solidFill>
                  <a:srgbClr val="FFFF00"/>
                </a:solidFill>
              </a:rPr>
              <a:t> * Date:17-1-2022</a:t>
            </a:r>
          </a:p>
          <a:p>
            <a:r>
              <a:rPr lang="en-IN" dirty="0">
                <a:solidFill>
                  <a:srgbClr val="FFFF00"/>
                </a:solidFill>
              </a:rPr>
              <a:t> */</a:t>
            </a:r>
          </a:p>
          <a:p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/>
              <a:t>.*;</a:t>
            </a:r>
          </a:p>
          <a:p>
            <a:r>
              <a:rPr lang="en-IN" dirty="0"/>
              <a:t>import </a:t>
            </a:r>
            <a:r>
              <a:rPr lang="en-IN" dirty="0" err="1"/>
              <a:t>java.util.stream</a:t>
            </a:r>
            <a:r>
              <a:rPr lang="en-IN" dirty="0"/>
              <a:t>.*;</a:t>
            </a:r>
          </a:p>
          <a:p>
            <a:r>
              <a:rPr lang="en-IN" dirty="0"/>
              <a:t>public class </a:t>
            </a:r>
            <a:r>
              <a:rPr lang="en-IN" dirty="0" err="1"/>
              <a:t>StreamArray</a:t>
            </a:r>
            <a:r>
              <a:rPr lang="en-IN" dirty="0"/>
              <a:t> {</a:t>
            </a:r>
          </a:p>
          <a:p>
            <a:r>
              <a:rPr lang="en-IN" dirty="0"/>
              <a:t>public static void main(String </a:t>
            </a:r>
            <a:r>
              <a:rPr lang="en-IN" dirty="0" err="1"/>
              <a:t>ar</a:t>
            </a:r>
            <a:r>
              <a:rPr lang="en-IN" dirty="0"/>
              <a:t>[])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	List&lt;Integer&gt; list = </a:t>
            </a:r>
            <a:r>
              <a:rPr lang="en-IN" dirty="0" err="1"/>
              <a:t>Arrays.asList</a:t>
            </a:r>
            <a:r>
              <a:rPr lang="en-IN" dirty="0"/>
              <a:t>(1, 1, 2, 3, 3, 4, 5, 5);</a:t>
            </a:r>
          </a:p>
          <a:p>
            <a:r>
              <a:rPr lang="en-IN" dirty="0"/>
              <a:t>	Stream </a:t>
            </a:r>
            <a:r>
              <a:rPr lang="en-IN" dirty="0" err="1"/>
              <a:t>obst</a:t>
            </a:r>
            <a:r>
              <a:rPr lang="en-IN" dirty="0"/>
              <a:t>=</a:t>
            </a:r>
            <a:r>
              <a:rPr lang="en-IN" dirty="0" err="1"/>
              <a:t>list.stream</a:t>
            </a:r>
            <a:r>
              <a:rPr lang="en-IN" dirty="0"/>
              <a:t>();</a:t>
            </a:r>
          </a:p>
          <a:p>
            <a:r>
              <a:rPr lang="en-IN" dirty="0"/>
              <a:t>	</a:t>
            </a:r>
            <a:r>
              <a:rPr lang="en-IN" dirty="0" err="1"/>
              <a:t>obst.forEach</a:t>
            </a:r>
            <a:r>
              <a:rPr lang="en-IN" dirty="0"/>
              <a:t>(p -&gt; </a:t>
            </a:r>
            <a:r>
              <a:rPr lang="en-IN" dirty="0" err="1"/>
              <a:t>System.out.println</a:t>
            </a:r>
            <a:r>
              <a:rPr lang="en-IN" dirty="0"/>
              <a:t>(p));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3975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CA0F05-CE8B-49C3-B0D0-16ADC2BAF7DA}"/>
              </a:ext>
            </a:extLst>
          </p:cNvPr>
          <p:cNvSpPr txBox="1"/>
          <p:nvPr/>
        </p:nvSpPr>
        <p:spPr>
          <a:xfrm>
            <a:off x="706581" y="128209"/>
            <a:ext cx="10778837" cy="622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solidFill>
                  <a:srgbClr val="FFFF00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 8 Stream Intermediate And Terminal Operations :</a:t>
            </a:r>
            <a:endParaRPr lang="en-IN" sz="2400" dirty="0">
              <a:solidFill>
                <a:srgbClr val="FFFF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1) The main difference between intermediate and terminal operations is that intermediate operations return a stream as a result and terminal operations return non-stream values like primitive or object or collection or may not return anything.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2) As intermediate operations return another stream as a result, they can be chained together to form a pipeline of operations. Terminal operations can not be chained together.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6) </a:t>
            </a:r>
            <a:r>
              <a:rPr lang="en-IN" sz="24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Intermediate Operations :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map()</a:t>
            </a:r>
            <a:r>
              <a:rPr lang="en-IN" sz="24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filter()</a:t>
            </a:r>
            <a:r>
              <a:rPr lang="en-IN" sz="24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distinct()</a:t>
            </a:r>
            <a:r>
              <a:rPr lang="en-IN" sz="24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sorted()</a:t>
            </a:r>
            <a:r>
              <a:rPr lang="en-IN" sz="24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limit()</a:t>
            </a:r>
            <a:r>
              <a:rPr lang="en-IN" sz="24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skip()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en-IN" sz="24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Terminal Operations :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fontAlgn="base">
              <a:lnSpc>
                <a:spcPct val="107000"/>
              </a:lnSpc>
              <a:spcAft>
                <a:spcPts val="800"/>
              </a:spcAft>
            </a:pPr>
            <a:r>
              <a:rPr lang="en-IN" sz="2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forEach</a:t>
            </a:r>
            <a:r>
              <a:rPr lang="en-IN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IN" sz="24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toArray</a:t>
            </a:r>
            <a:r>
              <a:rPr lang="en-IN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IN" sz="24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reduce()</a:t>
            </a:r>
            <a:r>
              <a:rPr lang="en-IN" sz="24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collect()</a:t>
            </a:r>
            <a:r>
              <a:rPr lang="en-IN" sz="24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min()</a:t>
            </a:r>
            <a:r>
              <a:rPr lang="en-IN" sz="24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max()</a:t>
            </a:r>
            <a:r>
              <a:rPr lang="en-IN" sz="24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count()</a:t>
            </a:r>
            <a:r>
              <a:rPr lang="en-IN" sz="24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anyMatch</a:t>
            </a:r>
            <a:r>
              <a:rPr lang="en-IN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IN" sz="24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allMatch</a:t>
            </a:r>
            <a:r>
              <a:rPr lang="en-IN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IN" sz="24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noneMatch</a:t>
            </a:r>
            <a:r>
              <a:rPr lang="en-IN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IN" sz="24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findFirst</a:t>
            </a:r>
            <a:r>
              <a:rPr lang="en-IN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IN" sz="2400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IN" sz="24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findAny</a:t>
            </a:r>
            <a:r>
              <a:rPr lang="en-IN" sz="24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6793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Java 8 Stream Intermediate And Terminal Operations">
            <a:extLst>
              <a:ext uri="{FF2B5EF4-FFF2-40B4-BE49-F238E27FC236}">
                <a16:creationId xmlns:a16="http://schemas.microsoft.com/office/drawing/2014/main" id="{1177A4A2-CA90-4023-93ED-8577739F4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6218" y="91062"/>
            <a:ext cx="6539346" cy="65800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037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B82ED2-6B51-4B39-894A-2E7D80D1862E}"/>
              </a:ext>
            </a:extLst>
          </p:cNvPr>
          <p:cNvSpPr txBox="1"/>
          <p:nvPr/>
        </p:nvSpPr>
        <p:spPr>
          <a:xfrm>
            <a:off x="1690256" y="0"/>
            <a:ext cx="9351818" cy="6747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/>
              <a:t>.*;</a:t>
            </a:r>
          </a:p>
          <a:p>
            <a:r>
              <a:rPr lang="en-IN" dirty="0"/>
              <a:t>import </a:t>
            </a:r>
            <a:r>
              <a:rPr lang="en-IN" dirty="0" err="1"/>
              <a:t>java.util.stream.Stream</a:t>
            </a:r>
            <a:r>
              <a:rPr lang="en-IN" dirty="0"/>
              <a:t>;</a:t>
            </a:r>
          </a:p>
          <a:p>
            <a:r>
              <a:rPr lang="en-IN" dirty="0">
                <a:solidFill>
                  <a:srgbClr val="FFFF00"/>
                </a:solidFill>
              </a:rPr>
              <a:t>/* </a:t>
            </a:r>
            <a:r>
              <a:rPr lang="en-IN" dirty="0" err="1">
                <a:solidFill>
                  <a:srgbClr val="FFFF00"/>
                </a:solidFill>
              </a:rPr>
              <a:t>Title:StreamFilterTest.java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>
                <a:solidFill>
                  <a:srgbClr val="FFFF00"/>
                </a:solidFill>
              </a:rPr>
              <a:t> * </a:t>
            </a:r>
            <a:r>
              <a:rPr lang="en-IN" dirty="0" err="1">
                <a:solidFill>
                  <a:srgbClr val="FFFF00"/>
                </a:solidFill>
              </a:rPr>
              <a:t>Author:Rajiv</a:t>
            </a:r>
            <a:r>
              <a:rPr lang="en-IN" dirty="0">
                <a:solidFill>
                  <a:srgbClr val="FFFF00"/>
                </a:solidFill>
              </a:rPr>
              <a:t> Ranjan</a:t>
            </a:r>
          </a:p>
          <a:p>
            <a:r>
              <a:rPr lang="en-IN" dirty="0">
                <a:solidFill>
                  <a:srgbClr val="FFFF00"/>
                </a:solidFill>
              </a:rPr>
              <a:t> * </a:t>
            </a:r>
            <a:r>
              <a:rPr lang="en-IN" dirty="0" err="1">
                <a:solidFill>
                  <a:srgbClr val="FFFF00"/>
                </a:solidFill>
              </a:rPr>
              <a:t>Description:Program</a:t>
            </a:r>
            <a:r>
              <a:rPr lang="en-IN" dirty="0">
                <a:solidFill>
                  <a:srgbClr val="FFFF00"/>
                </a:solidFill>
              </a:rPr>
              <a:t> to demonstrate filter method</a:t>
            </a:r>
          </a:p>
          <a:p>
            <a:r>
              <a:rPr lang="en-IN" dirty="0">
                <a:solidFill>
                  <a:srgbClr val="FFFF00"/>
                </a:solidFill>
              </a:rPr>
              <a:t> * Date:17-1-2022</a:t>
            </a:r>
          </a:p>
          <a:p>
            <a:r>
              <a:rPr lang="en-IN" dirty="0">
                <a:solidFill>
                  <a:srgbClr val="FFFF00"/>
                </a:solidFill>
              </a:rPr>
              <a:t> */</a:t>
            </a:r>
          </a:p>
          <a:p>
            <a:r>
              <a:rPr lang="en-IN" dirty="0"/>
              <a:t>public class </a:t>
            </a:r>
            <a:r>
              <a:rPr lang="en-IN" dirty="0" err="1"/>
              <a:t>StreamFilterJava</a:t>
            </a:r>
            <a:r>
              <a:rPr lang="en-IN" dirty="0"/>
              <a:t> {</a:t>
            </a:r>
          </a:p>
          <a:p>
            <a:r>
              <a:rPr lang="en-IN" dirty="0"/>
              <a:t>	public static void main(String </a:t>
            </a:r>
            <a:r>
              <a:rPr lang="en-IN" dirty="0" err="1"/>
              <a:t>ar</a:t>
            </a:r>
            <a:r>
              <a:rPr lang="en-IN" dirty="0"/>
              <a:t>[])</a:t>
            </a:r>
          </a:p>
          <a:p>
            <a:r>
              <a:rPr lang="en-IN" dirty="0"/>
              <a:t>	{</a:t>
            </a:r>
          </a:p>
          <a:p>
            <a:r>
              <a:rPr lang="en-IN" dirty="0"/>
              <a:t>	</a:t>
            </a:r>
            <a:r>
              <a:rPr lang="en-IN" dirty="0" err="1"/>
              <a:t>ArrayList</a:t>
            </a:r>
            <a:r>
              <a:rPr lang="en-IN" dirty="0"/>
              <a:t>&lt;Integer&gt; </a:t>
            </a:r>
            <a:r>
              <a:rPr lang="en-IN" dirty="0" err="1"/>
              <a:t>myList</a:t>
            </a:r>
            <a:r>
              <a:rPr lang="en-IN" dirty="0"/>
              <a:t> = new </a:t>
            </a:r>
            <a:r>
              <a:rPr lang="en-IN" dirty="0" err="1"/>
              <a:t>ArrayList</a:t>
            </a:r>
            <a:r>
              <a:rPr lang="en-IN" dirty="0"/>
              <a:t>&lt;Integer&gt;();</a:t>
            </a:r>
          </a:p>
          <a:p>
            <a:r>
              <a:rPr lang="en-IN" dirty="0"/>
              <a:t>	</a:t>
            </a:r>
            <a:r>
              <a:rPr lang="en-IN" dirty="0" err="1"/>
              <a:t>myList.add</a:t>
            </a:r>
            <a:r>
              <a:rPr lang="en-IN" dirty="0"/>
              <a:t>(20);</a:t>
            </a:r>
          </a:p>
          <a:p>
            <a:r>
              <a:rPr lang="en-IN" dirty="0"/>
              <a:t>	</a:t>
            </a:r>
            <a:r>
              <a:rPr lang="en-IN" dirty="0" err="1"/>
              <a:t>myList.add</a:t>
            </a:r>
            <a:r>
              <a:rPr lang="en-IN" dirty="0"/>
              <a:t>(30);</a:t>
            </a:r>
          </a:p>
          <a:p>
            <a:r>
              <a:rPr lang="en-IN" dirty="0"/>
              <a:t>	</a:t>
            </a:r>
            <a:r>
              <a:rPr lang="en-IN" dirty="0" err="1"/>
              <a:t>myList.add</a:t>
            </a:r>
            <a:r>
              <a:rPr lang="en-IN" dirty="0"/>
              <a:t>(40);</a:t>
            </a:r>
          </a:p>
          <a:p>
            <a:r>
              <a:rPr lang="en-IN" dirty="0"/>
              <a:t>	</a:t>
            </a:r>
            <a:r>
              <a:rPr lang="en-IN" dirty="0" err="1"/>
              <a:t>myList.add</a:t>
            </a:r>
            <a:r>
              <a:rPr lang="en-IN" dirty="0"/>
              <a:t>(50);</a:t>
            </a:r>
          </a:p>
          <a:p>
            <a:r>
              <a:rPr lang="en-IN" dirty="0"/>
              <a:t>	Stream&lt;Integer&gt; </a:t>
            </a:r>
            <a:r>
              <a:rPr lang="en-IN" dirty="0" err="1"/>
              <a:t>sequentialStream</a:t>
            </a:r>
            <a:r>
              <a:rPr lang="en-IN" dirty="0"/>
              <a:t> = </a:t>
            </a:r>
            <a:r>
              <a:rPr lang="en-IN" dirty="0" err="1"/>
              <a:t>myList.stream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	Stream&lt;Integer&gt; </a:t>
            </a:r>
            <a:r>
              <a:rPr lang="en-IN" dirty="0" err="1"/>
              <a:t>highNums</a:t>
            </a:r>
            <a:r>
              <a:rPr lang="en-IN" dirty="0"/>
              <a:t> = </a:t>
            </a:r>
            <a:r>
              <a:rPr lang="en-IN" dirty="0" err="1"/>
              <a:t>sequentialStream.filter</a:t>
            </a:r>
            <a:r>
              <a:rPr lang="en-IN" dirty="0"/>
              <a:t>(p -&gt; p &gt; 30); //filter numbers greater than 30</a:t>
            </a:r>
          </a:p>
          <a:p>
            <a:r>
              <a:rPr lang="en-IN" dirty="0"/>
              <a:t>	</a:t>
            </a:r>
            <a:r>
              <a:rPr lang="en-IN" dirty="0" err="1"/>
              <a:t>System.out.print</a:t>
            </a:r>
            <a:r>
              <a:rPr lang="en-IN" dirty="0"/>
              <a:t>("High </a:t>
            </a:r>
            <a:r>
              <a:rPr lang="en-IN" dirty="0" err="1"/>
              <a:t>Nums</a:t>
            </a:r>
            <a:r>
              <a:rPr lang="en-IN" dirty="0"/>
              <a:t> greater than 30=&gt;");</a:t>
            </a:r>
          </a:p>
          <a:p>
            <a:r>
              <a:rPr lang="en-IN" dirty="0"/>
              <a:t>	</a:t>
            </a:r>
            <a:r>
              <a:rPr lang="en-IN" dirty="0" err="1"/>
              <a:t>highNums.forEach</a:t>
            </a:r>
            <a:r>
              <a:rPr lang="en-IN" dirty="0"/>
              <a:t>(p -&gt; </a:t>
            </a:r>
            <a:r>
              <a:rPr lang="en-IN" dirty="0" err="1"/>
              <a:t>System.out.print</a:t>
            </a:r>
            <a:r>
              <a:rPr lang="en-IN" dirty="0"/>
              <a:t>(p+" "));</a:t>
            </a:r>
          </a:p>
          <a:p>
            <a:endParaRPr lang="en-IN" dirty="0"/>
          </a:p>
          <a:p>
            <a:r>
              <a:rPr lang="en-IN" dirty="0"/>
              <a:t>	}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47CF27-9FDC-498A-8DDF-A4703562799C}"/>
              </a:ext>
            </a:extLst>
          </p:cNvPr>
          <p:cNvSpPr txBox="1"/>
          <p:nvPr/>
        </p:nvSpPr>
        <p:spPr>
          <a:xfrm>
            <a:off x="8769927" y="6123709"/>
            <a:ext cx="2812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FF00"/>
                </a:solidFill>
                <a:latin typeface="Consolas" panose="020B0609020204030204" pitchFamily="49" charset="0"/>
              </a:rPr>
              <a:t>High </a:t>
            </a:r>
            <a:r>
              <a:rPr lang="en-US" sz="1800" dirty="0" err="1">
                <a:solidFill>
                  <a:srgbClr val="FFFF00"/>
                </a:solidFill>
                <a:latin typeface="Consolas" panose="020B0609020204030204" pitchFamily="49" charset="0"/>
              </a:rPr>
              <a:t>Nums</a:t>
            </a:r>
            <a:r>
              <a:rPr lang="en-US" sz="1800" dirty="0">
                <a:solidFill>
                  <a:srgbClr val="FFFF00"/>
                </a:solidFill>
                <a:latin typeface="Consolas" panose="020B0609020204030204" pitchFamily="49" charset="0"/>
              </a:rPr>
              <a:t> greater than 30=&gt;40 50 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197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57F8F2-3EAA-4494-BAB1-0BBBFC15B2A8}"/>
              </a:ext>
            </a:extLst>
          </p:cNvPr>
          <p:cNvSpPr txBox="1"/>
          <p:nvPr/>
        </p:nvSpPr>
        <p:spPr>
          <a:xfrm>
            <a:off x="1828800" y="221673"/>
            <a:ext cx="782781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package </a:t>
            </a:r>
            <a:r>
              <a:rPr lang="en-IN" dirty="0" err="1"/>
              <a:t>javaprogram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/>
              <a:t>.*;</a:t>
            </a:r>
          </a:p>
          <a:p>
            <a:r>
              <a:rPr lang="en-IN" dirty="0"/>
              <a:t>import </a:t>
            </a:r>
            <a:r>
              <a:rPr lang="en-IN" dirty="0" err="1"/>
              <a:t>java.util.stream.Stream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java.util.stream.Collectors</a:t>
            </a:r>
            <a:r>
              <a:rPr lang="en-IN" dirty="0"/>
              <a:t>; </a:t>
            </a:r>
          </a:p>
          <a:p>
            <a:r>
              <a:rPr lang="en-IN" dirty="0">
                <a:solidFill>
                  <a:srgbClr val="FFFF00"/>
                </a:solidFill>
              </a:rPr>
              <a:t>/* </a:t>
            </a:r>
            <a:r>
              <a:rPr lang="en-IN" dirty="0" err="1">
                <a:solidFill>
                  <a:srgbClr val="FFFF00"/>
                </a:solidFill>
              </a:rPr>
              <a:t>Title:StreamForEach.java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>
                <a:solidFill>
                  <a:srgbClr val="FFFF00"/>
                </a:solidFill>
              </a:rPr>
              <a:t> * </a:t>
            </a:r>
            <a:r>
              <a:rPr lang="en-IN" dirty="0" err="1">
                <a:solidFill>
                  <a:srgbClr val="FFFF00"/>
                </a:solidFill>
              </a:rPr>
              <a:t>Author:Rajiv</a:t>
            </a:r>
            <a:r>
              <a:rPr lang="en-IN" dirty="0">
                <a:solidFill>
                  <a:srgbClr val="FFFF00"/>
                </a:solidFill>
              </a:rPr>
              <a:t> Ranjan</a:t>
            </a:r>
          </a:p>
          <a:p>
            <a:r>
              <a:rPr lang="en-IN" dirty="0">
                <a:solidFill>
                  <a:srgbClr val="FFFF00"/>
                </a:solidFill>
              </a:rPr>
              <a:t> * </a:t>
            </a:r>
            <a:r>
              <a:rPr lang="en-IN" dirty="0" err="1">
                <a:solidFill>
                  <a:srgbClr val="FFFF00"/>
                </a:solidFill>
              </a:rPr>
              <a:t>Description:Program</a:t>
            </a:r>
            <a:r>
              <a:rPr lang="en-IN" dirty="0">
                <a:solidFill>
                  <a:srgbClr val="FFFF00"/>
                </a:solidFill>
              </a:rPr>
              <a:t> to demonstrate </a:t>
            </a:r>
            <a:r>
              <a:rPr lang="en-IN" dirty="0" err="1">
                <a:solidFill>
                  <a:srgbClr val="FFFF00"/>
                </a:solidFill>
              </a:rPr>
              <a:t>forEach</a:t>
            </a:r>
            <a:r>
              <a:rPr lang="en-IN" dirty="0">
                <a:solidFill>
                  <a:srgbClr val="FFFF00"/>
                </a:solidFill>
              </a:rPr>
              <a:t> method</a:t>
            </a:r>
          </a:p>
          <a:p>
            <a:r>
              <a:rPr lang="en-IN" dirty="0">
                <a:solidFill>
                  <a:srgbClr val="FFFF00"/>
                </a:solidFill>
              </a:rPr>
              <a:t> * Date:17-1-2022</a:t>
            </a:r>
          </a:p>
          <a:p>
            <a:r>
              <a:rPr lang="en-IN" dirty="0">
                <a:solidFill>
                  <a:srgbClr val="FFFF00"/>
                </a:solidFill>
              </a:rPr>
              <a:t> */</a:t>
            </a:r>
          </a:p>
          <a:p>
            <a:r>
              <a:rPr lang="en-IN" dirty="0"/>
              <a:t>public class </a:t>
            </a:r>
            <a:r>
              <a:rPr lang="en-IN" dirty="0" err="1"/>
              <a:t>StreamForEachJava</a:t>
            </a:r>
            <a:r>
              <a:rPr lang="en-IN" dirty="0"/>
              <a:t> {</a:t>
            </a:r>
          </a:p>
          <a:p>
            <a:r>
              <a:rPr lang="en-IN" dirty="0"/>
              <a:t>	public static void main(String </a:t>
            </a:r>
            <a:r>
              <a:rPr lang="en-IN" dirty="0" err="1"/>
              <a:t>ar</a:t>
            </a:r>
            <a:r>
              <a:rPr lang="en-IN" dirty="0"/>
              <a:t>[])</a:t>
            </a:r>
          </a:p>
          <a:p>
            <a:r>
              <a:rPr lang="en-IN" dirty="0"/>
              <a:t>	{</a:t>
            </a:r>
          </a:p>
          <a:p>
            <a:r>
              <a:rPr lang="en-IN" dirty="0"/>
              <a:t>	Stream&lt;Integer&gt; numbers = </a:t>
            </a:r>
            <a:r>
              <a:rPr lang="en-IN" dirty="0" err="1"/>
              <a:t>Stream.of</a:t>
            </a:r>
            <a:r>
              <a:rPr lang="en-IN" dirty="0"/>
              <a:t>(1,2,3,4,5);</a:t>
            </a:r>
          </a:p>
          <a:p>
            <a:r>
              <a:rPr lang="en-IN" dirty="0"/>
              <a:t>	</a:t>
            </a:r>
            <a:r>
              <a:rPr lang="en-IN" dirty="0" err="1"/>
              <a:t>numbers.forEach</a:t>
            </a:r>
            <a:r>
              <a:rPr lang="en-IN" dirty="0"/>
              <a:t>(</a:t>
            </a:r>
            <a:r>
              <a:rPr lang="en-IN" dirty="0" err="1"/>
              <a:t>i</a:t>
            </a:r>
            <a:r>
              <a:rPr lang="en-IN" dirty="0"/>
              <a:t> -&gt; </a:t>
            </a:r>
            <a:r>
              <a:rPr lang="en-IN" dirty="0" err="1"/>
              <a:t>System.out.print</a:t>
            </a:r>
            <a:r>
              <a:rPr lang="en-IN" dirty="0"/>
              <a:t>(</a:t>
            </a:r>
            <a:r>
              <a:rPr lang="en-IN" dirty="0" err="1"/>
              <a:t>i</a:t>
            </a:r>
            <a:r>
              <a:rPr lang="en-IN" dirty="0"/>
              <a:t>+",")); //1,2,3,4,5</a:t>
            </a:r>
          </a:p>
          <a:p>
            <a:endParaRPr lang="en-IN" dirty="0"/>
          </a:p>
          <a:p>
            <a:r>
              <a:rPr lang="en-IN" dirty="0"/>
              <a:t>	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5418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1BD2CD-E981-4A95-8F3F-78EB18C8FB54}"/>
              </a:ext>
            </a:extLst>
          </p:cNvPr>
          <p:cNvSpPr txBox="1"/>
          <p:nvPr/>
        </p:nvSpPr>
        <p:spPr>
          <a:xfrm>
            <a:off x="2202873" y="0"/>
            <a:ext cx="8797636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package </a:t>
            </a:r>
            <a:r>
              <a:rPr lang="en-IN" dirty="0" err="1"/>
              <a:t>javaprogram</a:t>
            </a:r>
            <a:r>
              <a:rPr lang="en-IN" dirty="0"/>
              <a:t>;</a:t>
            </a:r>
          </a:p>
          <a:p>
            <a:r>
              <a:rPr lang="en-IN" dirty="0">
                <a:solidFill>
                  <a:srgbClr val="FFFF00"/>
                </a:solidFill>
              </a:rPr>
              <a:t>/* </a:t>
            </a:r>
            <a:r>
              <a:rPr lang="en-IN" dirty="0" err="1">
                <a:solidFill>
                  <a:srgbClr val="FFFF00"/>
                </a:solidFill>
              </a:rPr>
              <a:t>Title:StreamCollectJava.java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>
                <a:solidFill>
                  <a:srgbClr val="FFFF00"/>
                </a:solidFill>
              </a:rPr>
              <a:t> * </a:t>
            </a:r>
            <a:r>
              <a:rPr lang="en-IN" dirty="0" err="1">
                <a:solidFill>
                  <a:srgbClr val="FFFF00"/>
                </a:solidFill>
              </a:rPr>
              <a:t>Author:Rajiv</a:t>
            </a:r>
            <a:r>
              <a:rPr lang="en-IN" dirty="0">
                <a:solidFill>
                  <a:srgbClr val="FFFF00"/>
                </a:solidFill>
              </a:rPr>
              <a:t> Ranjan</a:t>
            </a:r>
          </a:p>
          <a:p>
            <a:r>
              <a:rPr lang="en-IN" dirty="0">
                <a:solidFill>
                  <a:srgbClr val="FFFF00"/>
                </a:solidFill>
              </a:rPr>
              <a:t> * </a:t>
            </a:r>
            <a:r>
              <a:rPr lang="en-IN" dirty="0" err="1">
                <a:solidFill>
                  <a:srgbClr val="FFFF00"/>
                </a:solidFill>
              </a:rPr>
              <a:t>Description:Program</a:t>
            </a:r>
            <a:r>
              <a:rPr lang="en-IN" dirty="0">
                <a:solidFill>
                  <a:srgbClr val="FFFF00"/>
                </a:solidFill>
              </a:rPr>
              <a:t> to demonstrate Collectors method</a:t>
            </a:r>
          </a:p>
          <a:p>
            <a:r>
              <a:rPr lang="en-IN" dirty="0">
                <a:solidFill>
                  <a:srgbClr val="FFFF00"/>
                </a:solidFill>
              </a:rPr>
              <a:t> * Date:17-1-2022</a:t>
            </a:r>
          </a:p>
          <a:p>
            <a:r>
              <a:rPr lang="en-IN" dirty="0">
                <a:solidFill>
                  <a:srgbClr val="FFFF00"/>
                </a:solidFill>
              </a:rPr>
              <a:t> */</a:t>
            </a:r>
          </a:p>
          <a:p>
            <a:r>
              <a:rPr lang="en-IN" dirty="0"/>
              <a:t>import </a:t>
            </a:r>
            <a:r>
              <a:rPr lang="en-IN" dirty="0" err="1"/>
              <a:t>java.util.Arrays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java.util.List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java.util.stream.Collectors</a:t>
            </a:r>
            <a:r>
              <a:rPr lang="en-IN" dirty="0"/>
              <a:t>;</a:t>
            </a:r>
          </a:p>
          <a:p>
            <a:r>
              <a:rPr lang="en-IN" dirty="0"/>
              <a:t>public class </a:t>
            </a:r>
            <a:r>
              <a:rPr lang="en-IN" dirty="0" err="1"/>
              <a:t>StreamCollectJava</a:t>
            </a:r>
            <a:r>
              <a:rPr lang="en-IN" dirty="0"/>
              <a:t> {</a:t>
            </a:r>
          </a:p>
          <a:p>
            <a:r>
              <a:rPr lang="en-IN" dirty="0"/>
              <a:t>	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endParaRPr lang="en-IN" dirty="0"/>
          </a:p>
          <a:p>
            <a:r>
              <a:rPr lang="en-IN" dirty="0"/>
              <a:t>        List&lt;String&gt; names = </a:t>
            </a:r>
            <a:r>
              <a:rPr lang="en-IN" dirty="0" err="1"/>
              <a:t>Arrays.asList</a:t>
            </a:r>
            <a:r>
              <a:rPr lang="en-IN" dirty="0"/>
              <a:t>("Melisandre","Sansa","Jon","Daenerys","</a:t>
            </a:r>
            <a:r>
              <a:rPr lang="en-IN" dirty="0" err="1"/>
              <a:t>Joffery</a:t>
            </a:r>
            <a:r>
              <a:rPr lang="en-IN" dirty="0"/>
              <a:t>");</a:t>
            </a:r>
          </a:p>
          <a:p>
            <a:endParaRPr lang="en-IN" dirty="0"/>
          </a:p>
          <a:p>
            <a:r>
              <a:rPr lang="en-IN" dirty="0"/>
              <a:t>        List&lt;String&gt; </a:t>
            </a:r>
            <a:r>
              <a:rPr lang="en-IN" dirty="0" err="1"/>
              <a:t>longnames</a:t>
            </a:r>
            <a:r>
              <a:rPr lang="en-IN" dirty="0"/>
              <a:t> = </a:t>
            </a:r>
            <a:r>
              <a:rPr lang="en-IN" dirty="0" err="1"/>
              <a:t>names.stream</a:t>
            </a:r>
            <a:r>
              <a:rPr lang="en-IN" dirty="0"/>
              <a:t>().filter(str-&gt;</a:t>
            </a:r>
            <a:r>
              <a:rPr lang="en-IN" dirty="0" err="1"/>
              <a:t>str.length</a:t>
            </a:r>
            <a:r>
              <a:rPr lang="en-IN" dirty="0"/>
              <a:t>()&gt;6).collect(</a:t>
            </a:r>
            <a:r>
              <a:rPr lang="en-IN" dirty="0" err="1"/>
              <a:t>Collectors.toList</a:t>
            </a:r>
            <a:r>
              <a:rPr lang="en-IN" dirty="0"/>
              <a:t>());</a:t>
            </a:r>
          </a:p>
          <a:p>
            <a:r>
              <a:rPr lang="en-IN" dirty="0"/>
              <a:t>                </a:t>
            </a:r>
          </a:p>
          <a:p>
            <a:r>
              <a:rPr lang="en-IN" dirty="0"/>
              <a:t>        </a:t>
            </a:r>
            <a:r>
              <a:rPr lang="en-IN" dirty="0" err="1"/>
              <a:t>longnames.forEach</a:t>
            </a:r>
            <a:r>
              <a:rPr lang="en-IN" dirty="0"/>
              <a:t>(p-&gt;</a:t>
            </a:r>
            <a:r>
              <a:rPr lang="en-IN" dirty="0" err="1"/>
              <a:t>System.out.println</a:t>
            </a:r>
            <a:r>
              <a:rPr lang="en-IN" dirty="0"/>
              <a:t>(p));  </a:t>
            </a:r>
          </a:p>
          <a:p>
            <a:r>
              <a:rPr lang="en-IN" dirty="0"/>
              <a:t>         </a:t>
            </a:r>
          </a:p>
          <a:p>
            <a:endParaRPr lang="en-IN" dirty="0"/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26F3DF-7F49-4343-A18F-5F40AF950B4E}"/>
              </a:ext>
            </a:extLst>
          </p:cNvPr>
          <p:cNvSpPr txBox="1"/>
          <p:nvPr/>
        </p:nvSpPr>
        <p:spPr>
          <a:xfrm>
            <a:off x="9753600" y="5140036"/>
            <a:ext cx="152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1800" dirty="0">
                <a:solidFill>
                  <a:srgbClr val="FFFF00"/>
                </a:solidFill>
                <a:latin typeface="Consolas" panose="020B0609020204030204" pitchFamily="49" charset="0"/>
              </a:rPr>
              <a:t>Melisandre</a:t>
            </a:r>
          </a:p>
          <a:p>
            <a:pPr algn="l"/>
            <a:r>
              <a:rPr lang="en-IN" sz="1800" dirty="0">
                <a:solidFill>
                  <a:srgbClr val="FFFF00"/>
                </a:solidFill>
                <a:latin typeface="Consolas" panose="020B0609020204030204" pitchFamily="49" charset="0"/>
              </a:rPr>
              <a:t>Daenerys</a:t>
            </a:r>
          </a:p>
          <a:p>
            <a:pPr algn="l"/>
            <a:r>
              <a:rPr lang="en-IN" sz="1800" dirty="0" err="1">
                <a:solidFill>
                  <a:srgbClr val="FFFF00"/>
                </a:solidFill>
                <a:latin typeface="Consolas" panose="020B0609020204030204" pitchFamily="49" charset="0"/>
              </a:rPr>
              <a:t>Joffery</a:t>
            </a:r>
            <a:endParaRPr lang="en-IN" sz="18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798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ED0D364-337D-10F1-8BAE-97F05669A4B4}"/>
              </a:ext>
            </a:extLst>
          </p:cNvPr>
          <p:cNvSpPr txBox="1"/>
          <p:nvPr/>
        </p:nvSpPr>
        <p:spPr>
          <a:xfrm>
            <a:off x="942109" y="387927"/>
            <a:ext cx="804949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package </a:t>
            </a:r>
            <a:r>
              <a:rPr lang="en-IN" dirty="0" err="1"/>
              <a:t>myprogwire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java.util.List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java.util.stream</a:t>
            </a:r>
            <a:r>
              <a:rPr lang="en-IN" dirty="0"/>
              <a:t>.*;</a:t>
            </a:r>
          </a:p>
          <a:p>
            <a:r>
              <a:rPr lang="en-IN" dirty="0"/>
              <a:t>public class </a:t>
            </a:r>
            <a:r>
              <a:rPr lang="en-IN" dirty="0" err="1"/>
              <a:t>MyStream</a:t>
            </a:r>
            <a:r>
              <a:rPr lang="en-IN" dirty="0"/>
              <a:t> {</a:t>
            </a:r>
          </a:p>
          <a:p>
            <a:r>
              <a:rPr lang="en-IN" dirty="0"/>
              <a:t>public static void main(String </a:t>
            </a:r>
            <a:r>
              <a:rPr lang="en-IN" dirty="0" err="1"/>
              <a:t>ar</a:t>
            </a:r>
            <a:r>
              <a:rPr lang="en-IN" dirty="0"/>
              <a:t>[])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	Stream </a:t>
            </a:r>
            <a:r>
              <a:rPr lang="en-IN" dirty="0" err="1"/>
              <a:t>st</a:t>
            </a:r>
            <a:r>
              <a:rPr lang="en-IN" dirty="0"/>
              <a:t>=</a:t>
            </a:r>
            <a:r>
              <a:rPr lang="en-IN" dirty="0" err="1"/>
              <a:t>Stream.of</a:t>
            </a:r>
            <a:r>
              <a:rPr lang="en-IN" dirty="0"/>
              <a:t>(1,2,3,4);</a:t>
            </a:r>
          </a:p>
          <a:p>
            <a:r>
              <a:rPr lang="en-IN" dirty="0"/>
              <a:t>	List ls=</a:t>
            </a:r>
            <a:r>
              <a:rPr lang="en-IN" dirty="0" err="1"/>
              <a:t>st.toList</a:t>
            </a:r>
            <a:r>
              <a:rPr lang="en-IN" dirty="0"/>
              <a:t>();</a:t>
            </a:r>
          </a:p>
          <a:p>
            <a:r>
              <a:rPr lang="en-IN" dirty="0"/>
              <a:t>	</a:t>
            </a:r>
            <a:r>
              <a:rPr lang="en-IN" dirty="0" err="1"/>
              <a:t>ls.forEach</a:t>
            </a:r>
            <a:r>
              <a:rPr lang="en-IN" dirty="0"/>
              <a:t>(</a:t>
            </a:r>
            <a:r>
              <a:rPr lang="en-IN" dirty="0" err="1"/>
              <a:t>System.out</a:t>
            </a:r>
            <a:r>
              <a:rPr lang="en-IN" dirty="0"/>
              <a:t>::</a:t>
            </a:r>
            <a:r>
              <a:rPr lang="en-IN" dirty="0" err="1"/>
              <a:t>println</a:t>
            </a:r>
            <a:r>
              <a:rPr lang="en-IN" dirty="0"/>
              <a:t>);</a:t>
            </a:r>
          </a:p>
          <a:p>
            <a:r>
              <a:rPr lang="en-IN" dirty="0"/>
              <a:t>	</a:t>
            </a:r>
          </a:p>
          <a:p>
            <a:r>
              <a:rPr lang="en-IN" dirty="0"/>
              <a:t>	Stream&lt;Integer&gt; </a:t>
            </a:r>
            <a:r>
              <a:rPr lang="en-IN" dirty="0" err="1"/>
              <a:t>sttwo</a:t>
            </a:r>
            <a:r>
              <a:rPr lang="en-IN" dirty="0"/>
              <a:t>=</a:t>
            </a:r>
            <a:r>
              <a:rPr lang="en-IN" dirty="0" err="1"/>
              <a:t>Stream.of</a:t>
            </a:r>
            <a:r>
              <a:rPr lang="en-IN" dirty="0"/>
              <a:t>(1,2,3,4);</a:t>
            </a:r>
          </a:p>
          <a:p>
            <a:r>
              <a:rPr lang="en-IN" dirty="0"/>
              <a:t>	List&lt;Integer&gt; </a:t>
            </a:r>
            <a:r>
              <a:rPr lang="en-IN" dirty="0" err="1"/>
              <a:t>pq</a:t>
            </a:r>
            <a:r>
              <a:rPr lang="en-IN" dirty="0"/>
              <a:t>=</a:t>
            </a:r>
            <a:r>
              <a:rPr lang="en-IN" dirty="0" err="1"/>
              <a:t>sttwo.filter</a:t>
            </a:r>
            <a:r>
              <a:rPr lang="en-IN" dirty="0"/>
              <a:t>(p-&gt;p&gt;2).collect(</a:t>
            </a:r>
            <a:r>
              <a:rPr lang="en-IN" dirty="0" err="1"/>
              <a:t>Collectors.toList</a:t>
            </a:r>
            <a:r>
              <a:rPr lang="en-IN" dirty="0"/>
              <a:t>());</a:t>
            </a:r>
          </a:p>
          <a:p>
            <a:r>
              <a:rPr lang="en-IN" dirty="0"/>
              <a:t>	</a:t>
            </a:r>
            <a:r>
              <a:rPr lang="en-IN" dirty="0" err="1"/>
              <a:t>pq.forEach</a:t>
            </a:r>
            <a:r>
              <a:rPr lang="en-IN" dirty="0"/>
              <a:t>(</a:t>
            </a:r>
            <a:r>
              <a:rPr lang="en-IN" dirty="0" err="1"/>
              <a:t>System.out</a:t>
            </a:r>
            <a:r>
              <a:rPr lang="en-IN" dirty="0"/>
              <a:t>::</a:t>
            </a:r>
            <a:r>
              <a:rPr lang="en-IN" dirty="0" err="1"/>
              <a:t>println</a:t>
            </a:r>
            <a:r>
              <a:rPr lang="en-IN" dirty="0"/>
              <a:t>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46867-6391-0184-5A09-6209B2A29A12}"/>
              </a:ext>
            </a:extLst>
          </p:cNvPr>
          <p:cNvSpPr txBox="1"/>
          <p:nvPr/>
        </p:nvSpPr>
        <p:spPr>
          <a:xfrm>
            <a:off x="8853055" y="1080655"/>
            <a:ext cx="278476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dirty="0"/>
              <a:t>1</a:t>
            </a:r>
          </a:p>
          <a:p>
            <a:pPr algn="l"/>
            <a:r>
              <a:rPr lang="en-IN" dirty="0"/>
              <a:t>2</a:t>
            </a:r>
          </a:p>
          <a:p>
            <a:pPr algn="l"/>
            <a:r>
              <a:rPr lang="en-IN" dirty="0"/>
              <a:t>3</a:t>
            </a:r>
          </a:p>
          <a:p>
            <a:pPr algn="l"/>
            <a:r>
              <a:rPr lang="en-IN" dirty="0"/>
              <a:t>4</a:t>
            </a:r>
          </a:p>
          <a:p>
            <a:pPr algn="l"/>
            <a:r>
              <a:rPr lang="en-IN" dirty="0"/>
              <a:t>3</a:t>
            </a:r>
          </a:p>
          <a:p>
            <a:pPr algn="l"/>
            <a:r>
              <a:rPr lang="en-I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255571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F45D15-1F58-5FED-0179-18664CBEA2E4}"/>
              </a:ext>
            </a:extLst>
          </p:cNvPr>
          <p:cNvSpPr txBox="1"/>
          <p:nvPr/>
        </p:nvSpPr>
        <p:spPr>
          <a:xfrm>
            <a:off x="2341418" y="2078182"/>
            <a:ext cx="66501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Stream map() example: We can use map() to apply functions to an stream. Let’s see how we can use it to apply upper case function to a list of Strings.</a:t>
            </a:r>
          </a:p>
          <a:p>
            <a:endParaRPr lang="en-US" dirty="0"/>
          </a:p>
          <a:p>
            <a:r>
              <a:rPr lang="en-US" dirty="0"/>
              <a:t>Stream&lt;String&gt; names = </a:t>
            </a:r>
            <a:r>
              <a:rPr lang="en-US" dirty="0" err="1"/>
              <a:t>Stream.of</a:t>
            </a:r>
            <a:r>
              <a:rPr lang="en-US" dirty="0"/>
              <a:t>("</a:t>
            </a:r>
            <a:r>
              <a:rPr lang="en-US" dirty="0" err="1"/>
              <a:t>aBc</a:t>
            </a:r>
            <a:r>
              <a:rPr lang="en-US" dirty="0"/>
              <a:t>", "d", "</a:t>
            </a:r>
            <a:r>
              <a:rPr lang="en-US" dirty="0" err="1"/>
              <a:t>ef</a:t>
            </a:r>
            <a:r>
              <a:rPr lang="en-US" dirty="0"/>
              <a:t>");</a:t>
            </a:r>
          </a:p>
          <a:p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names.map</a:t>
            </a:r>
            <a:r>
              <a:rPr lang="en-US" dirty="0"/>
              <a:t>(s -&gt; {</a:t>
            </a:r>
          </a:p>
          <a:p>
            <a:r>
              <a:rPr lang="en-US" dirty="0"/>
              <a:t>		return </a:t>
            </a:r>
            <a:r>
              <a:rPr lang="en-US" dirty="0" err="1"/>
              <a:t>s.toUpperCase</a:t>
            </a:r>
            <a:r>
              <a:rPr lang="en-US" dirty="0"/>
              <a:t>();</a:t>
            </a:r>
          </a:p>
          <a:p>
            <a:r>
              <a:rPr lang="en-US" dirty="0"/>
              <a:t>	}).collect(</a:t>
            </a:r>
            <a:r>
              <a:rPr lang="en-US" dirty="0" err="1"/>
              <a:t>Collectors.toList</a:t>
            </a:r>
            <a:r>
              <a:rPr lang="en-US" dirty="0"/>
              <a:t>()));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8926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354DF2-C786-457D-A26B-20B032857EEF}"/>
              </a:ext>
            </a:extLst>
          </p:cNvPr>
          <p:cNvSpPr txBox="1"/>
          <p:nvPr/>
        </p:nvSpPr>
        <p:spPr>
          <a:xfrm>
            <a:off x="1357745" y="249382"/>
            <a:ext cx="750916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package </a:t>
            </a:r>
            <a:r>
              <a:rPr lang="en-IN" dirty="0" err="1"/>
              <a:t>javaprogram</a:t>
            </a:r>
            <a:r>
              <a:rPr lang="en-IN" dirty="0"/>
              <a:t>;</a:t>
            </a:r>
          </a:p>
          <a:p>
            <a:r>
              <a:rPr lang="en-IN" dirty="0">
                <a:solidFill>
                  <a:srgbClr val="FFFF00"/>
                </a:solidFill>
              </a:rPr>
              <a:t>/* </a:t>
            </a:r>
            <a:r>
              <a:rPr lang="en-IN" dirty="0" err="1">
                <a:solidFill>
                  <a:srgbClr val="FFFF00"/>
                </a:solidFill>
              </a:rPr>
              <a:t>Title:StreamTestAllMatch.java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>
                <a:solidFill>
                  <a:srgbClr val="FFFF00"/>
                </a:solidFill>
              </a:rPr>
              <a:t> * </a:t>
            </a:r>
            <a:r>
              <a:rPr lang="en-IN" dirty="0" err="1">
                <a:solidFill>
                  <a:srgbClr val="FFFF00"/>
                </a:solidFill>
              </a:rPr>
              <a:t>Author:Rajiv</a:t>
            </a:r>
            <a:r>
              <a:rPr lang="en-IN" dirty="0">
                <a:solidFill>
                  <a:srgbClr val="FFFF00"/>
                </a:solidFill>
              </a:rPr>
              <a:t> Ranjan</a:t>
            </a:r>
          </a:p>
          <a:p>
            <a:r>
              <a:rPr lang="en-IN" dirty="0">
                <a:solidFill>
                  <a:srgbClr val="FFFF00"/>
                </a:solidFill>
              </a:rPr>
              <a:t> * </a:t>
            </a:r>
            <a:r>
              <a:rPr lang="en-IN" dirty="0" err="1">
                <a:solidFill>
                  <a:srgbClr val="FFFF00"/>
                </a:solidFill>
              </a:rPr>
              <a:t>Description:Program</a:t>
            </a:r>
            <a:r>
              <a:rPr lang="en-IN" dirty="0">
                <a:solidFill>
                  <a:srgbClr val="FFFF00"/>
                </a:solidFill>
              </a:rPr>
              <a:t> to demonstrate </a:t>
            </a:r>
            <a:r>
              <a:rPr lang="en-IN" dirty="0" err="1">
                <a:solidFill>
                  <a:srgbClr val="FFFF00"/>
                </a:solidFill>
              </a:rPr>
              <a:t>allMatch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>
                <a:solidFill>
                  <a:srgbClr val="FFFF00"/>
                </a:solidFill>
              </a:rPr>
              <a:t> * Date:17-1-2022</a:t>
            </a:r>
          </a:p>
          <a:p>
            <a:r>
              <a:rPr lang="en-IN" dirty="0">
                <a:solidFill>
                  <a:srgbClr val="FFFF00"/>
                </a:solidFill>
              </a:rPr>
              <a:t> */</a:t>
            </a:r>
          </a:p>
          <a:p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/>
              <a:t>.*;  </a:t>
            </a:r>
          </a:p>
          <a:p>
            <a:r>
              <a:rPr lang="en-IN" dirty="0"/>
              <a:t>import </a:t>
            </a:r>
            <a:r>
              <a:rPr lang="en-IN" dirty="0" err="1"/>
              <a:t>java.util.stream</a:t>
            </a:r>
            <a:r>
              <a:rPr lang="en-IN" dirty="0"/>
              <a:t>.*;  </a:t>
            </a:r>
          </a:p>
          <a:p>
            <a:r>
              <a:rPr lang="en-IN" dirty="0"/>
              <a:t>public class </a:t>
            </a:r>
            <a:r>
              <a:rPr lang="en-IN" dirty="0" err="1"/>
              <a:t>StreamTestAllmatch</a:t>
            </a:r>
            <a:r>
              <a:rPr lang="en-IN" dirty="0"/>
              <a:t> {</a:t>
            </a:r>
          </a:p>
          <a:p>
            <a:r>
              <a:rPr lang="en-IN" dirty="0"/>
              <a:t>	public static void main(String a[])</a:t>
            </a:r>
          </a:p>
          <a:p>
            <a:r>
              <a:rPr lang="en-IN" dirty="0"/>
              <a:t>	{</a:t>
            </a:r>
          </a:p>
          <a:p>
            <a:r>
              <a:rPr lang="en-IN" dirty="0"/>
              <a:t>		</a:t>
            </a:r>
          </a:p>
          <a:p>
            <a:r>
              <a:rPr lang="en-IN" dirty="0"/>
              <a:t>	Stream&lt;Integer&gt; numbers4 = </a:t>
            </a:r>
            <a:r>
              <a:rPr lang="en-IN" dirty="0" err="1"/>
              <a:t>Stream.of</a:t>
            </a:r>
            <a:r>
              <a:rPr lang="en-IN" dirty="0"/>
              <a:t>(1,2,3,4,5);</a:t>
            </a:r>
          </a:p>
          <a:p>
            <a:r>
              <a:rPr lang="en-IN" dirty="0"/>
              <a:t>	</a:t>
            </a:r>
            <a:r>
              <a:rPr lang="en-IN" dirty="0" err="1"/>
              <a:t>System.out.println</a:t>
            </a:r>
            <a:r>
              <a:rPr lang="en-IN" dirty="0"/>
              <a:t>("Stream contains all elements less than 10? "+numbers4.allMatch(</a:t>
            </a:r>
            <a:r>
              <a:rPr lang="en-IN" dirty="0" err="1"/>
              <a:t>i</a:t>
            </a:r>
            <a:r>
              <a:rPr lang="en-IN" dirty="0"/>
              <a:t> -&gt; </a:t>
            </a:r>
            <a:r>
              <a:rPr lang="en-IN" dirty="0" err="1"/>
              <a:t>i</a:t>
            </a:r>
            <a:r>
              <a:rPr lang="en-IN" dirty="0"/>
              <a:t>&lt;10));</a:t>
            </a:r>
          </a:p>
          <a:p>
            <a:r>
              <a:rPr lang="en-IN" dirty="0"/>
              <a:t>	//Stream contains all elements less than 10? true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	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77979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D50482-288C-4879-BEFD-C0CE6AF3B935}"/>
              </a:ext>
            </a:extLst>
          </p:cNvPr>
          <p:cNvSpPr txBox="1"/>
          <p:nvPr/>
        </p:nvSpPr>
        <p:spPr>
          <a:xfrm>
            <a:off x="1690254" y="512618"/>
            <a:ext cx="7952510" cy="5472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package </a:t>
            </a:r>
            <a:r>
              <a:rPr lang="en-IN" dirty="0" err="1"/>
              <a:t>javaprogram</a:t>
            </a:r>
            <a:r>
              <a:rPr lang="en-IN" dirty="0"/>
              <a:t>;</a:t>
            </a:r>
          </a:p>
          <a:p>
            <a:r>
              <a:rPr lang="en-IN" dirty="0">
                <a:solidFill>
                  <a:srgbClr val="FFFF00"/>
                </a:solidFill>
              </a:rPr>
              <a:t>/* </a:t>
            </a:r>
            <a:r>
              <a:rPr lang="en-IN" dirty="0" err="1">
                <a:solidFill>
                  <a:srgbClr val="FFFF00"/>
                </a:solidFill>
              </a:rPr>
              <a:t>Title:StreamTestAnyMatch.java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>
                <a:solidFill>
                  <a:srgbClr val="FFFF00"/>
                </a:solidFill>
              </a:rPr>
              <a:t> * </a:t>
            </a:r>
            <a:r>
              <a:rPr lang="en-IN" dirty="0" err="1">
                <a:solidFill>
                  <a:srgbClr val="FFFF00"/>
                </a:solidFill>
              </a:rPr>
              <a:t>Author:Rajiv</a:t>
            </a:r>
            <a:r>
              <a:rPr lang="en-IN" dirty="0">
                <a:solidFill>
                  <a:srgbClr val="FFFF00"/>
                </a:solidFill>
              </a:rPr>
              <a:t> Ranjan</a:t>
            </a:r>
          </a:p>
          <a:p>
            <a:r>
              <a:rPr lang="en-IN" dirty="0">
                <a:solidFill>
                  <a:srgbClr val="FFFF00"/>
                </a:solidFill>
              </a:rPr>
              <a:t> * </a:t>
            </a:r>
            <a:r>
              <a:rPr lang="en-IN" dirty="0" err="1">
                <a:solidFill>
                  <a:srgbClr val="FFFF00"/>
                </a:solidFill>
              </a:rPr>
              <a:t>Description:Program</a:t>
            </a:r>
            <a:r>
              <a:rPr lang="en-IN" dirty="0">
                <a:solidFill>
                  <a:srgbClr val="FFFF00"/>
                </a:solidFill>
              </a:rPr>
              <a:t> to demonstrate </a:t>
            </a:r>
            <a:r>
              <a:rPr lang="en-IN" dirty="0" err="1">
                <a:solidFill>
                  <a:srgbClr val="FFFF00"/>
                </a:solidFill>
              </a:rPr>
              <a:t>AnyMatch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>
                <a:solidFill>
                  <a:srgbClr val="FFFF00"/>
                </a:solidFill>
              </a:rPr>
              <a:t> * Date:17-1-2022</a:t>
            </a:r>
          </a:p>
          <a:p>
            <a:r>
              <a:rPr lang="en-IN" dirty="0">
                <a:solidFill>
                  <a:srgbClr val="FFFF00"/>
                </a:solidFill>
              </a:rPr>
              <a:t> */</a:t>
            </a:r>
          </a:p>
          <a:p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/>
              <a:t>.*;  </a:t>
            </a:r>
          </a:p>
          <a:p>
            <a:r>
              <a:rPr lang="en-IN" dirty="0"/>
              <a:t>import </a:t>
            </a:r>
            <a:r>
              <a:rPr lang="en-IN" dirty="0" err="1"/>
              <a:t>java.util.stream</a:t>
            </a:r>
            <a:r>
              <a:rPr lang="en-IN" dirty="0"/>
              <a:t>.*; </a:t>
            </a:r>
          </a:p>
          <a:p>
            <a:r>
              <a:rPr lang="en-IN" dirty="0"/>
              <a:t>public class </a:t>
            </a:r>
            <a:r>
              <a:rPr lang="en-IN" dirty="0" err="1"/>
              <a:t>StreamTestAnyMatch</a:t>
            </a:r>
            <a:r>
              <a:rPr lang="en-IN" dirty="0"/>
              <a:t> {</a:t>
            </a:r>
          </a:p>
          <a:p>
            <a:r>
              <a:rPr lang="en-IN" dirty="0"/>
              <a:t>	public static void main(String a[])</a:t>
            </a:r>
          </a:p>
          <a:p>
            <a:r>
              <a:rPr lang="en-IN" dirty="0"/>
              <a:t>	{</a:t>
            </a:r>
          </a:p>
          <a:p>
            <a:r>
              <a:rPr lang="en-IN" dirty="0"/>
              <a:t>	Stream&lt;Integer&gt; numbers3 = </a:t>
            </a:r>
            <a:r>
              <a:rPr lang="en-IN" dirty="0" err="1"/>
              <a:t>Stream.of</a:t>
            </a:r>
            <a:r>
              <a:rPr lang="en-IN" dirty="0"/>
              <a:t>(1,2,3,4,5);</a:t>
            </a:r>
          </a:p>
          <a:p>
            <a:r>
              <a:rPr lang="en-IN" dirty="0"/>
              <a:t>	</a:t>
            </a:r>
            <a:r>
              <a:rPr lang="en-IN" dirty="0" err="1"/>
              <a:t>System.out.println</a:t>
            </a:r>
            <a:r>
              <a:rPr lang="en-IN" dirty="0"/>
              <a:t>("Stream contains 4? "+numbers3.anyMatch(</a:t>
            </a:r>
            <a:r>
              <a:rPr lang="en-IN" dirty="0" err="1"/>
              <a:t>i</a:t>
            </a:r>
            <a:r>
              <a:rPr lang="en-IN" dirty="0"/>
              <a:t> -&gt; </a:t>
            </a:r>
            <a:r>
              <a:rPr lang="en-IN" dirty="0" err="1"/>
              <a:t>i</a:t>
            </a:r>
            <a:r>
              <a:rPr lang="en-IN" dirty="0"/>
              <a:t>==4));</a:t>
            </a:r>
          </a:p>
          <a:p>
            <a:r>
              <a:rPr lang="en-IN" dirty="0"/>
              <a:t>	}</a:t>
            </a:r>
          </a:p>
          <a:p>
            <a:endParaRPr lang="en-IN" dirty="0"/>
          </a:p>
          <a:p>
            <a:r>
              <a:rPr lang="en-IN" dirty="0"/>
              <a:t>}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2703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AA6D88-8768-4FFC-B5CC-05E859BF1907}"/>
              </a:ext>
            </a:extLst>
          </p:cNvPr>
          <p:cNvSpPr txBox="1"/>
          <p:nvPr/>
        </p:nvSpPr>
        <p:spPr>
          <a:xfrm>
            <a:off x="817418" y="197483"/>
            <a:ext cx="9157856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package </a:t>
            </a:r>
            <a:r>
              <a:rPr lang="en-IN" dirty="0" err="1"/>
              <a:t>javaprogram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/>
              <a:t>.*;  </a:t>
            </a:r>
          </a:p>
          <a:p>
            <a:r>
              <a:rPr lang="en-IN" dirty="0"/>
              <a:t>import </a:t>
            </a:r>
            <a:r>
              <a:rPr lang="en-IN" dirty="0" err="1"/>
              <a:t>java.util.stream</a:t>
            </a:r>
            <a:r>
              <a:rPr lang="en-IN" dirty="0"/>
              <a:t>.*;  </a:t>
            </a:r>
          </a:p>
          <a:p>
            <a:r>
              <a:rPr lang="en-IN" dirty="0">
                <a:solidFill>
                  <a:srgbClr val="FFFF00"/>
                </a:solidFill>
              </a:rPr>
              <a:t>/* </a:t>
            </a:r>
            <a:r>
              <a:rPr lang="en-IN" dirty="0" err="1">
                <a:solidFill>
                  <a:srgbClr val="FFFF00"/>
                </a:solidFill>
              </a:rPr>
              <a:t>Title:StreamTestCount.java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>
                <a:solidFill>
                  <a:srgbClr val="FFFF00"/>
                </a:solidFill>
              </a:rPr>
              <a:t> * </a:t>
            </a:r>
            <a:r>
              <a:rPr lang="en-IN" dirty="0" err="1">
                <a:solidFill>
                  <a:srgbClr val="FFFF00"/>
                </a:solidFill>
              </a:rPr>
              <a:t>Author:Rajiv</a:t>
            </a:r>
            <a:r>
              <a:rPr lang="en-IN" dirty="0">
                <a:solidFill>
                  <a:srgbClr val="FFFF00"/>
                </a:solidFill>
              </a:rPr>
              <a:t> Ranjan</a:t>
            </a:r>
          </a:p>
          <a:p>
            <a:r>
              <a:rPr lang="en-IN" dirty="0">
                <a:solidFill>
                  <a:srgbClr val="FFFF00"/>
                </a:solidFill>
              </a:rPr>
              <a:t> * </a:t>
            </a:r>
            <a:r>
              <a:rPr lang="en-IN" dirty="0" err="1">
                <a:solidFill>
                  <a:srgbClr val="FFFF00"/>
                </a:solidFill>
              </a:rPr>
              <a:t>Description:Program</a:t>
            </a:r>
            <a:r>
              <a:rPr lang="en-IN" dirty="0">
                <a:solidFill>
                  <a:srgbClr val="FFFF00"/>
                </a:solidFill>
              </a:rPr>
              <a:t> to demonstrate count method</a:t>
            </a:r>
          </a:p>
          <a:p>
            <a:r>
              <a:rPr lang="en-IN" dirty="0">
                <a:solidFill>
                  <a:srgbClr val="FFFF00"/>
                </a:solidFill>
              </a:rPr>
              <a:t> * Date:17-1-2022</a:t>
            </a:r>
          </a:p>
          <a:p>
            <a:r>
              <a:rPr lang="en-IN" dirty="0">
                <a:solidFill>
                  <a:srgbClr val="FFFF00"/>
                </a:solidFill>
              </a:rPr>
              <a:t> */</a:t>
            </a:r>
          </a:p>
          <a:p>
            <a:r>
              <a:rPr lang="en-IN" dirty="0"/>
              <a:t>public class </a:t>
            </a:r>
            <a:r>
              <a:rPr lang="en-IN" dirty="0" err="1"/>
              <a:t>StreamTestCount</a:t>
            </a:r>
            <a:r>
              <a:rPr lang="en-IN" dirty="0"/>
              <a:t> {</a:t>
            </a:r>
          </a:p>
          <a:p>
            <a:r>
              <a:rPr lang="en-IN" dirty="0"/>
              <a:t>	public static void main(String a[])</a:t>
            </a:r>
          </a:p>
          <a:p>
            <a:r>
              <a:rPr lang="en-IN" dirty="0"/>
              <a:t>	{</a:t>
            </a:r>
          </a:p>
          <a:p>
            <a:r>
              <a:rPr lang="en-IN" dirty="0"/>
              <a:t>			// Creating a list of strings</a:t>
            </a:r>
          </a:p>
          <a:p>
            <a:r>
              <a:rPr lang="en-IN" dirty="0"/>
              <a:t>			List&lt;String&gt; list = </a:t>
            </a:r>
            <a:r>
              <a:rPr lang="en-IN" dirty="0" err="1"/>
              <a:t>Arrays.asList</a:t>
            </a:r>
            <a:r>
              <a:rPr lang="en-IN" dirty="0"/>
              <a:t>("Test", "Test", "One","</a:t>
            </a:r>
            <a:r>
              <a:rPr lang="en-IN" dirty="0" err="1"/>
              <a:t>Myname</a:t>
            </a:r>
            <a:r>
              <a:rPr lang="en-IN" dirty="0"/>
              <a:t>", "for", "Test","</a:t>
            </a:r>
            <a:r>
              <a:rPr lang="en-IN" dirty="0" err="1"/>
              <a:t>mohit</a:t>
            </a:r>
            <a:r>
              <a:rPr lang="en-IN" dirty="0"/>
              <a:t>");</a:t>
            </a:r>
          </a:p>
          <a:p>
            <a:endParaRPr lang="en-IN" dirty="0"/>
          </a:p>
          <a:p>
            <a:r>
              <a:rPr lang="en-IN" dirty="0"/>
              <a:t>			// Storing the count of distinct elements</a:t>
            </a:r>
          </a:p>
          <a:p>
            <a:r>
              <a:rPr lang="en-IN" dirty="0"/>
              <a:t>			// in the list using </a:t>
            </a:r>
            <a:r>
              <a:rPr lang="en-IN" dirty="0" err="1"/>
              <a:t>Stream.distinct</a:t>
            </a:r>
            <a:r>
              <a:rPr lang="en-IN" dirty="0"/>
              <a:t>() method</a:t>
            </a:r>
          </a:p>
          <a:p>
            <a:r>
              <a:rPr lang="en-IN" dirty="0"/>
              <a:t>			long Count = </a:t>
            </a:r>
            <a:r>
              <a:rPr lang="en-IN" dirty="0" err="1"/>
              <a:t>list.stream</a:t>
            </a:r>
            <a:r>
              <a:rPr lang="en-IN" dirty="0"/>
              <a:t>().distinct().count();</a:t>
            </a:r>
          </a:p>
          <a:p>
            <a:endParaRPr lang="en-IN" dirty="0"/>
          </a:p>
          <a:p>
            <a:r>
              <a:rPr lang="en-IN" dirty="0"/>
              <a:t>			// Displaying the count of distinct elements</a:t>
            </a:r>
          </a:p>
          <a:p>
            <a:r>
              <a:rPr lang="en-IN" dirty="0"/>
              <a:t>			</a:t>
            </a:r>
            <a:r>
              <a:rPr lang="en-IN" dirty="0" err="1"/>
              <a:t>System.out.println</a:t>
            </a:r>
            <a:r>
              <a:rPr lang="en-IN" dirty="0"/>
              <a:t>("The count of distinct elements is : " + Count);</a:t>
            </a:r>
          </a:p>
          <a:p>
            <a:r>
              <a:rPr lang="en-IN" dirty="0"/>
              <a:t>	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4E3129-A19A-4390-A2FC-AE0C60CF9174}"/>
              </a:ext>
            </a:extLst>
          </p:cNvPr>
          <p:cNvSpPr txBox="1"/>
          <p:nvPr/>
        </p:nvSpPr>
        <p:spPr>
          <a:xfrm>
            <a:off x="8977745" y="6014186"/>
            <a:ext cx="3061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FF00"/>
                </a:solidFill>
                <a:latin typeface="Consolas" panose="020B0609020204030204" pitchFamily="49" charset="0"/>
              </a:rPr>
              <a:t>The count of distinct elements is : 5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435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8087F4-BBB1-4169-846F-20E941B95C0D}"/>
              </a:ext>
            </a:extLst>
          </p:cNvPr>
          <p:cNvSpPr txBox="1"/>
          <p:nvPr/>
        </p:nvSpPr>
        <p:spPr>
          <a:xfrm>
            <a:off x="1274618" y="138545"/>
            <a:ext cx="725978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package </a:t>
            </a:r>
            <a:r>
              <a:rPr lang="en-IN" dirty="0" err="1"/>
              <a:t>javaprogram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/>
              <a:t>.*;  </a:t>
            </a:r>
          </a:p>
          <a:p>
            <a:r>
              <a:rPr lang="en-IN" dirty="0"/>
              <a:t>import </a:t>
            </a:r>
            <a:r>
              <a:rPr lang="en-IN" dirty="0" err="1"/>
              <a:t>java.util.stream</a:t>
            </a:r>
            <a:r>
              <a:rPr lang="en-IN" dirty="0"/>
              <a:t>.*;  </a:t>
            </a:r>
          </a:p>
          <a:p>
            <a:r>
              <a:rPr lang="en-IN" dirty="0">
                <a:solidFill>
                  <a:srgbClr val="FFFF00"/>
                </a:solidFill>
              </a:rPr>
              <a:t>/* </a:t>
            </a:r>
            <a:r>
              <a:rPr lang="en-IN" dirty="0" err="1">
                <a:solidFill>
                  <a:srgbClr val="FFFF00"/>
                </a:solidFill>
              </a:rPr>
              <a:t>Title:StreamTestNoneMatch.java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>
                <a:solidFill>
                  <a:srgbClr val="FFFF00"/>
                </a:solidFill>
              </a:rPr>
              <a:t> * </a:t>
            </a:r>
            <a:r>
              <a:rPr lang="en-IN" dirty="0" err="1">
                <a:solidFill>
                  <a:srgbClr val="FFFF00"/>
                </a:solidFill>
              </a:rPr>
              <a:t>Author:Rajiv</a:t>
            </a:r>
            <a:r>
              <a:rPr lang="en-IN" dirty="0">
                <a:solidFill>
                  <a:srgbClr val="FFFF00"/>
                </a:solidFill>
              </a:rPr>
              <a:t> Ranjan</a:t>
            </a:r>
          </a:p>
          <a:p>
            <a:r>
              <a:rPr lang="en-IN" dirty="0">
                <a:solidFill>
                  <a:srgbClr val="FFFF00"/>
                </a:solidFill>
              </a:rPr>
              <a:t> * </a:t>
            </a:r>
            <a:r>
              <a:rPr lang="en-IN" dirty="0" err="1">
                <a:solidFill>
                  <a:srgbClr val="FFFF00"/>
                </a:solidFill>
              </a:rPr>
              <a:t>Description:Program</a:t>
            </a:r>
            <a:r>
              <a:rPr lang="en-IN" dirty="0">
                <a:solidFill>
                  <a:srgbClr val="FFFF00"/>
                </a:solidFill>
              </a:rPr>
              <a:t> to demonstrate count method</a:t>
            </a:r>
          </a:p>
          <a:p>
            <a:r>
              <a:rPr lang="en-IN" dirty="0">
                <a:solidFill>
                  <a:srgbClr val="FFFF00"/>
                </a:solidFill>
              </a:rPr>
              <a:t> * Date:17-1-2022</a:t>
            </a:r>
          </a:p>
          <a:p>
            <a:r>
              <a:rPr lang="en-IN" dirty="0">
                <a:solidFill>
                  <a:srgbClr val="FFFF00"/>
                </a:solidFill>
              </a:rPr>
              <a:t> */</a:t>
            </a:r>
          </a:p>
          <a:p>
            <a:r>
              <a:rPr lang="en-IN" dirty="0"/>
              <a:t>public class </a:t>
            </a:r>
            <a:r>
              <a:rPr lang="en-IN" dirty="0" err="1"/>
              <a:t>StreamTestNoneMatch</a:t>
            </a:r>
            <a:r>
              <a:rPr lang="en-IN" dirty="0"/>
              <a:t> {</a:t>
            </a:r>
          </a:p>
          <a:p>
            <a:r>
              <a:rPr lang="en-IN" dirty="0"/>
              <a:t>	public static void main(String a[])</a:t>
            </a:r>
          </a:p>
          <a:p>
            <a:r>
              <a:rPr lang="en-IN" dirty="0"/>
              <a:t>	{</a:t>
            </a:r>
          </a:p>
          <a:p>
            <a:r>
              <a:rPr lang="en-IN" dirty="0"/>
              <a:t>	Stream&lt;Integer&gt; numbers5 = </a:t>
            </a:r>
            <a:r>
              <a:rPr lang="en-IN" dirty="0" err="1"/>
              <a:t>Stream.of</a:t>
            </a:r>
            <a:r>
              <a:rPr lang="en-IN" dirty="0"/>
              <a:t>(1,2,3,4,5);</a:t>
            </a:r>
          </a:p>
          <a:p>
            <a:r>
              <a:rPr lang="en-IN" dirty="0"/>
              <a:t>	</a:t>
            </a:r>
            <a:r>
              <a:rPr lang="en-IN" dirty="0" err="1"/>
              <a:t>System.out.println</a:t>
            </a:r>
            <a:r>
              <a:rPr lang="en-IN" dirty="0"/>
              <a:t>("Stream doesn't contain 10? "+numbers5.noneMatch(</a:t>
            </a:r>
            <a:r>
              <a:rPr lang="en-IN" dirty="0" err="1"/>
              <a:t>i</a:t>
            </a:r>
            <a:r>
              <a:rPr lang="en-IN" dirty="0"/>
              <a:t> -&gt; </a:t>
            </a:r>
            <a:r>
              <a:rPr lang="en-IN" dirty="0" err="1"/>
              <a:t>i</a:t>
            </a:r>
            <a:r>
              <a:rPr lang="en-IN" dirty="0"/>
              <a:t>==10));</a:t>
            </a:r>
          </a:p>
          <a:p>
            <a:r>
              <a:rPr lang="en-IN" dirty="0"/>
              <a:t>	//Stream doesn't contain 10? true</a:t>
            </a:r>
          </a:p>
          <a:p>
            <a:r>
              <a:rPr lang="en-IN" dirty="0"/>
              <a:t>	}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FB1CC2-5FCC-4FD3-9F77-82D2402C6D17}"/>
              </a:ext>
            </a:extLst>
          </p:cNvPr>
          <p:cNvSpPr txBox="1"/>
          <p:nvPr/>
        </p:nvSpPr>
        <p:spPr>
          <a:xfrm>
            <a:off x="7606144" y="5389418"/>
            <a:ext cx="4336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FF00"/>
                </a:solidFill>
                <a:latin typeface="Consolas" panose="020B0609020204030204" pitchFamily="49" charset="0"/>
              </a:rPr>
              <a:t>Stream doesn't contain 10? true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755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AE6537-31B6-4C67-AC6C-3967052361D3}"/>
              </a:ext>
            </a:extLst>
          </p:cNvPr>
          <p:cNvSpPr txBox="1"/>
          <p:nvPr/>
        </p:nvSpPr>
        <p:spPr>
          <a:xfrm>
            <a:off x="1413164" y="568036"/>
            <a:ext cx="904701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package </a:t>
            </a:r>
            <a:r>
              <a:rPr lang="en-IN" dirty="0" err="1"/>
              <a:t>javaprogram</a:t>
            </a:r>
            <a:r>
              <a:rPr lang="en-IN" dirty="0"/>
              <a:t>;</a:t>
            </a:r>
          </a:p>
          <a:p>
            <a:r>
              <a:rPr lang="en-IN" dirty="0">
                <a:solidFill>
                  <a:srgbClr val="FFFF00"/>
                </a:solidFill>
              </a:rPr>
              <a:t>/* </a:t>
            </a:r>
            <a:r>
              <a:rPr lang="en-IN" dirty="0" err="1">
                <a:solidFill>
                  <a:srgbClr val="FFFF00"/>
                </a:solidFill>
              </a:rPr>
              <a:t>Title:StreamTestSort.java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>
                <a:solidFill>
                  <a:srgbClr val="FFFF00"/>
                </a:solidFill>
              </a:rPr>
              <a:t> * </a:t>
            </a:r>
            <a:r>
              <a:rPr lang="en-IN" dirty="0" err="1">
                <a:solidFill>
                  <a:srgbClr val="FFFF00"/>
                </a:solidFill>
              </a:rPr>
              <a:t>Author:Rajiv</a:t>
            </a:r>
            <a:r>
              <a:rPr lang="en-IN" dirty="0">
                <a:solidFill>
                  <a:srgbClr val="FFFF00"/>
                </a:solidFill>
              </a:rPr>
              <a:t> Ranjan</a:t>
            </a:r>
          </a:p>
          <a:p>
            <a:r>
              <a:rPr lang="en-IN" dirty="0">
                <a:solidFill>
                  <a:srgbClr val="FFFF00"/>
                </a:solidFill>
              </a:rPr>
              <a:t> * </a:t>
            </a:r>
            <a:r>
              <a:rPr lang="en-IN" dirty="0" err="1">
                <a:solidFill>
                  <a:srgbClr val="FFFF00"/>
                </a:solidFill>
              </a:rPr>
              <a:t>Description:Program</a:t>
            </a:r>
            <a:r>
              <a:rPr lang="en-IN" dirty="0">
                <a:solidFill>
                  <a:srgbClr val="FFFF00"/>
                </a:solidFill>
              </a:rPr>
              <a:t> to demonstrate sorted method</a:t>
            </a:r>
          </a:p>
          <a:p>
            <a:r>
              <a:rPr lang="en-IN" dirty="0">
                <a:solidFill>
                  <a:srgbClr val="FFFF00"/>
                </a:solidFill>
              </a:rPr>
              <a:t> * Date:17-1-2022</a:t>
            </a:r>
          </a:p>
          <a:p>
            <a:r>
              <a:rPr lang="en-IN" dirty="0">
                <a:solidFill>
                  <a:srgbClr val="FFFF00"/>
                </a:solidFill>
              </a:rPr>
              <a:t> */</a:t>
            </a:r>
          </a:p>
          <a:p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/>
              <a:t>.*;  </a:t>
            </a:r>
          </a:p>
          <a:p>
            <a:r>
              <a:rPr lang="en-IN" dirty="0"/>
              <a:t>import </a:t>
            </a:r>
            <a:r>
              <a:rPr lang="en-IN" dirty="0" err="1"/>
              <a:t>java.util.stream</a:t>
            </a:r>
            <a:r>
              <a:rPr lang="en-IN" dirty="0"/>
              <a:t>.*;  </a:t>
            </a:r>
          </a:p>
          <a:p>
            <a:r>
              <a:rPr lang="en-IN" dirty="0"/>
              <a:t>public class </a:t>
            </a:r>
            <a:r>
              <a:rPr lang="en-IN" dirty="0" err="1"/>
              <a:t>StreamTestSort</a:t>
            </a:r>
            <a:r>
              <a:rPr lang="en-IN" dirty="0"/>
              <a:t> {</a:t>
            </a:r>
          </a:p>
          <a:p>
            <a:r>
              <a:rPr lang="en-IN" dirty="0"/>
              <a:t>	public static void main(String a[])</a:t>
            </a:r>
          </a:p>
          <a:p>
            <a:r>
              <a:rPr lang="en-IN" dirty="0"/>
              <a:t>	{</a:t>
            </a:r>
          </a:p>
          <a:p>
            <a:endParaRPr lang="en-IN" dirty="0"/>
          </a:p>
          <a:p>
            <a:r>
              <a:rPr lang="en-IN" dirty="0"/>
              <a:t>	Stream&lt;String&gt; names3 = </a:t>
            </a:r>
            <a:r>
              <a:rPr lang="en-IN" dirty="0" err="1"/>
              <a:t>Stream.of</a:t>
            </a:r>
            <a:r>
              <a:rPr lang="en-IN" dirty="0"/>
              <a:t>("one", "two", "three", "four");</a:t>
            </a:r>
          </a:p>
          <a:p>
            <a:r>
              <a:rPr lang="en-IN" dirty="0"/>
              <a:t>	List&lt;String&gt; </a:t>
            </a:r>
            <a:r>
              <a:rPr lang="en-IN" dirty="0" err="1"/>
              <a:t>naturalSorted</a:t>
            </a:r>
            <a:r>
              <a:rPr lang="en-IN" dirty="0"/>
              <a:t> = names3.sorted().collect(</a:t>
            </a:r>
            <a:r>
              <a:rPr lang="en-IN" dirty="0" err="1"/>
              <a:t>Collectors.toList</a:t>
            </a:r>
            <a:r>
              <a:rPr lang="en-IN" dirty="0"/>
              <a:t>());</a:t>
            </a:r>
          </a:p>
          <a:p>
            <a:r>
              <a:rPr lang="en-IN" dirty="0"/>
              <a:t>	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naturalSorted</a:t>
            </a:r>
            <a:r>
              <a:rPr lang="en-IN" dirty="0"/>
              <a:t>); </a:t>
            </a:r>
          </a:p>
          <a:p>
            <a:endParaRPr lang="en-IN" dirty="0"/>
          </a:p>
          <a:p>
            <a:r>
              <a:rPr lang="en-IN" dirty="0"/>
              <a:t>	}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14F93-DDD4-40D6-9A36-1A1224F514F8}"/>
              </a:ext>
            </a:extLst>
          </p:cNvPr>
          <p:cNvSpPr txBox="1"/>
          <p:nvPr/>
        </p:nvSpPr>
        <p:spPr>
          <a:xfrm>
            <a:off x="9019308" y="6054436"/>
            <a:ext cx="2923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FFFF00"/>
                </a:solidFill>
                <a:latin typeface="Consolas" panose="020B0609020204030204" pitchFamily="49" charset="0"/>
              </a:rPr>
              <a:t>[four, one, three, two]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691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433C67-F55E-17D0-D304-A18056E9A9A3}"/>
              </a:ext>
            </a:extLst>
          </p:cNvPr>
          <p:cNvSpPr txBox="1"/>
          <p:nvPr/>
        </p:nvSpPr>
        <p:spPr>
          <a:xfrm>
            <a:off x="2189018" y="955964"/>
            <a:ext cx="680258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java.util.stream</a:t>
            </a:r>
            <a:r>
              <a:rPr lang="en-IN" dirty="0"/>
              <a:t>.*;</a:t>
            </a:r>
          </a:p>
          <a:p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/>
              <a:t>.*;</a:t>
            </a:r>
          </a:p>
          <a:p>
            <a:r>
              <a:rPr lang="en-IN" dirty="0"/>
              <a:t>class </a:t>
            </a:r>
            <a:r>
              <a:rPr lang="en-IN" dirty="0" err="1"/>
              <a:t>MyAgeComp</a:t>
            </a:r>
            <a:r>
              <a:rPr lang="en-IN" dirty="0"/>
              <a:t> implements Comparator&lt;Integer&gt;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public int compare(Integer e1,Integer e2)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return e1-e2;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class </a:t>
            </a:r>
            <a:r>
              <a:rPr lang="en-IN" dirty="0" err="1"/>
              <a:t>MyStreMax</a:t>
            </a:r>
            <a:endParaRPr lang="en-IN" dirty="0"/>
          </a:p>
          <a:p>
            <a:r>
              <a:rPr lang="en-IN" dirty="0"/>
              <a:t>{</a:t>
            </a:r>
          </a:p>
          <a:p>
            <a:r>
              <a:rPr lang="en-IN" dirty="0"/>
              <a:t>public static void main(String </a:t>
            </a:r>
            <a:r>
              <a:rPr lang="en-IN" dirty="0" err="1"/>
              <a:t>ar</a:t>
            </a:r>
            <a:r>
              <a:rPr lang="en-IN" dirty="0"/>
              <a:t>[])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Stream&lt;Integer&gt;</a:t>
            </a:r>
            <a:r>
              <a:rPr lang="en-IN" dirty="0" err="1"/>
              <a:t>st</a:t>
            </a:r>
            <a:r>
              <a:rPr lang="en-IN" dirty="0"/>
              <a:t>=</a:t>
            </a:r>
            <a:r>
              <a:rPr lang="en-IN" dirty="0" err="1"/>
              <a:t>Stream.of</a:t>
            </a:r>
            <a:r>
              <a:rPr lang="en-IN" dirty="0"/>
              <a:t>(3,7,8,10);</a:t>
            </a:r>
          </a:p>
          <a:p>
            <a:r>
              <a:rPr lang="en-IN" dirty="0"/>
              <a:t>Optional </a:t>
            </a:r>
            <a:r>
              <a:rPr lang="en-IN" dirty="0" err="1"/>
              <a:t>ot</a:t>
            </a:r>
            <a:r>
              <a:rPr lang="en-IN" dirty="0"/>
              <a:t>=</a:t>
            </a:r>
            <a:r>
              <a:rPr lang="en-IN" dirty="0" err="1"/>
              <a:t>st.max</a:t>
            </a:r>
            <a:r>
              <a:rPr lang="en-IN" dirty="0"/>
              <a:t>(new </a:t>
            </a:r>
            <a:r>
              <a:rPr lang="en-IN" dirty="0" err="1"/>
              <a:t>MyAgeComp</a:t>
            </a:r>
            <a:r>
              <a:rPr lang="en-IN" dirty="0"/>
              <a:t>());</a:t>
            </a:r>
          </a:p>
          <a:p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ot.get</a:t>
            </a:r>
            <a:r>
              <a:rPr lang="en-IN" dirty="0"/>
              <a:t>());</a:t>
            </a:r>
          </a:p>
          <a:p>
            <a:r>
              <a:rPr lang="en-IN" dirty="0"/>
              <a:t>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39553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46DB8F-F7E1-4604-BFD4-9661DA30192D}"/>
              </a:ext>
            </a:extLst>
          </p:cNvPr>
          <p:cNvSpPr txBox="1"/>
          <p:nvPr/>
        </p:nvSpPr>
        <p:spPr>
          <a:xfrm>
            <a:off x="4211782" y="595745"/>
            <a:ext cx="3075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Optional Class in java</a:t>
            </a:r>
            <a:endParaRPr lang="en-IN" dirty="0">
              <a:solidFill>
                <a:srgbClr val="FFFF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42CF0E-7DEF-4989-A329-9ABB744AD9F1}"/>
              </a:ext>
            </a:extLst>
          </p:cNvPr>
          <p:cNvSpPr txBox="1"/>
          <p:nvPr/>
        </p:nvSpPr>
        <p:spPr>
          <a:xfrm>
            <a:off x="1011381" y="1510144"/>
            <a:ext cx="77585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Java 8, we have a newly introduced Optional class in </a:t>
            </a:r>
            <a:r>
              <a:rPr lang="en-US" dirty="0" err="1"/>
              <a:t>java.util</a:t>
            </a:r>
            <a:r>
              <a:rPr lang="en-US" dirty="0"/>
              <a:t> package. This class is introduced to avoid </a:t>
            </a:r>
            <a:r>
              <a:rPr lang="en-US" dirty="0" err="1"/>
              <a:t>NullPointerException</a:t>
            </a:r>
            <a:r>
              <a:rPr lang="en-US" dirty="0"/>
              <a:t> that we frequently encounters if we do not perform null checks in our code. Using this class we can easily check whether a variable has null value or not and by doing this we can avoid the </a:t>
            </a:r>
            <a:r>
              <a:rPr lang="en-US" dirty="0" err="1"/>
              <a:t>NullPointerException</a:t>
            </a:r>
            <a:r>
              <a:rPr lang="en-US" dirty="0"/>
              <a:t>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0451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FAFBB5B-53D8-4EF1-8C40-72578A0C1DE2}"/>
              </a:ext>
            </a:extLst>
          </p:cNvPr>
          <p:cNvSpPr txBox="1"/>
          <p:nvPr/>
        </p:nvSpPr>
        <p:spPr>
          <a:xfrm>
            <a:off x="332509" y="318655"/>
            <a:ext cx="80356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package </a:t>
            </a:r>
            <a:r>
              <a:rPr lang="en-IN" dirty="0" err="1"/>
              <a:t>javaprogram</a:t>
            </a:r>
            <a:r>
              <a:rPr lang="en-IN" dirty="0"/>
              <a:t>;</a:t>
            </a:r>
          </a:p>
          <a:p>
            <a:r>
              <a:rPr lang="en-IN" dirty="0">
                <a:solidFill>
                  <a:srgbClr val="FFFF00"/>
                </a:solidFill>
              </a:rPr>
              <a:t>/* </a:t>
            </a:r>
            <a:r>
              <a:rPr lang="en-IN" dirty="0" err="1">
                <a:solidFill>
                  <a:srgbClr val="FFFF00"/>
                </a:solidFill>
              </a:rPr>
              <a:t>Title:OptionalExample.java</a:t>
            </a:r>
            <a:endParaRPr lang="en-IN" dirty="0">
              <a:solidFill>
                <a:srgbClr val="FFFF00"/>
              </a:solidFill>
            </a:endParaRPr>
          </a:p>
          <a:p>
            <a:r>
              <a:rPr lang="en-IN" dirty="0">
                <a:solidFill>
                  <a:srgbClr val="FFFF00"/>
                </a:solidFill>
              </a:rPr>
              <a:t> * </a:t>
            </a:r>
            <a:r>
              <a:rPr lang="en-IN" dirty="0" err="1">
                <a:solidFill>
                  <a:srgbClr val="FFFF00"/>
                </a:solidFill>
              </a:rPr>
              <a:t>Author:Rajiv</a:t>
            </a:r>
            <a:r>
              <a:rPr lang="en-IN" dirty="0">
                <a:solidFill>
                  <a:srgbClr val="FFFF00"/>
                </a:solidFill>
              </a:rPr>
              <a:t> Ranjan</a:t>
            </a:r>
          </a:p>
          <a:p>
            <a:r>
              <a:rPr lang="en-IN" dirty="0">
                <a:solidFill>
                  <a:srgbClr val="FFFF00"/>
                </a:solidFill>
              </a:rPr>
              <a:t> * </a:t>
            </a:r>
            <a:r>
              <a:rPr lang="en-IN" dirty="0" err="1">
                <a:solidFill>
                  <a:srgbClr val="FFFF00"/>
                </a:solidFill>
              </a:rPr>
              <a:t>Description:Program</a:t>
            </a:r>
            <a:r>
              <a:rPr lang="en-IN" dirty="0">
                <a:solidFill>
                  <a:srgbClr val="FFFF00"/>
                </a:solidFill>
              </a:rPr>
              <a:t> to demonstrate Optional class</a:t>
            </a:r>
          </a:p>
          <a:p>
            <a:r>
              <a:rPr lang="en-IN" dirty="0">
                <a:solidFill>
                  <a:srgbClr val="FFFF00"/>
                </a:solidFill>
              </a:rPr>
              <a:t> * Date:17-1-2022</a:t>
            </a:r>
          </a:p>
          <a:p>
            <a:r>
              <a:rPr lang="en-IN" dirty="0">
                <a:solidFill>
                  <a:srgbClr val="FFFF00"/>
                </a:solidFill>
              </a:rPr>
              <a:t> */</a:t>
            </a:r>
          </a:p>
          <a:p>
            <a:r>
              <a:rPr lang="en-IN" dirty="0"/>
              <a:t>import </a:t>
            </a:r>
            <a:r>
              <a:rPr lang="en-IN" dirty="0" err="1"/>
              <a:t>java.util.Optional</a:t>
            </a:r>
            <a:r>
              <a:rPr lang="en-IN" dirty="0"/>
              <a:t>;  </a:t>
            </a:r>
          </a:p>
          <a:p>
            <a:r>
              <a:rPr lang="en-IN" dirty="0"/>
              <a:t>public class </a:t>
            </a:r>
            <a:r>
              <a:rPr lang="en-IN" dirty="0" err="1"/>
              <a:t>OptionalExample</a:t>
            </a:r>
            <a:r>
              <a:rPr lang="en-IN" dirty="0"/>
              <a:t> {</a:t>
            </a:r>
          </a:p>
          <a:p>
            <a:r>
              <a:rPr lang="en-IN" dirty="0"/>
              <a:t>	public static void main(String[] </a:t>
            </a:r>
            <a:r>
              <a:rPr lang="en-IN" dirty="0" err="1"/>
              <a:t>args</a:t>
            </a:r>
            <a:r>
              <a:rPr lang="en-IN" dirty="0"/>
              <a:t>) {  </a:t>
            </a:r>
          </a:p>
          <a:p>
            <a:r>
              <a:rPr lang="en-IN" dirty="0"/>
              <a:t>        String[] str = new String[10];  </a:t>
            </a:r>
          </a:p>
          <a:p>
            <a:r>
              <a:rPr lang="en-IN" dirty="0"/>
              <a:t>         str[5]="FOR CHECK";</a:t>
            </a:r>
          </a:p>
          <a:p>
            <a:r>
              <a:rPr lang="en-IN" dirty="0"/>
              <a:t>        Optional&lt;String&gt; </a:t>
            </a:r>
            <a:r>
              <a:rPr lang="en-IN" dirty="0" err="1"/>
              <a:t>checkNull</a:t>
            </a:r>
            <a:r>
              <a:rPr lang="en-IN" dirty="0"/>
              <a:t> = </a:t>
            </a:r>
            <a:r>
              <a:rPr lang="en-IN" dirty="0" err="1"/>
              <a:t>Optional.ofNullable</a:t>
            </a:r>
            <a:r>
              <a:rPr lang="en-IN" dirty="0"/>
              <a:t>(str[5]);  </a:t>
            </a:r>
          </a:p>
          <a:p>
            <a:r>
              <a:rPr lang="en-IN" dirty="0"/>
              <a:t>        if(</a:t>
            </a:r>
            <a:r>
              <a:rPr lang="en-IN" dirty="0" err="1"/>
              <a:t>checkNull.isPresent</a:t>
            </a:r>
            <a:r>
              <a:rPr lang="en-IN" dirty="0"/>
              <a:t>()){  // check for value is present or not  </a:t>
            </a:r>
          </a:p>
          <a:p>
            <a:r>
              <a:rPr lang="en-IN" dirty="0"/>
              <a:t>            String </a:t>
            </a:r>
            <a:r>
              <a:rPr lang="en-IN" dirty="0" err="1"/>
              <a:t>lowercaseString</a:t>
            </a:r>
            <a:r>
              <a:rPr lang="en-IN" dirty="0"/>
              <a:t> = str[5].</a:t>
            </a:r>
            <a:r>
              <a:rPr lang="en-IN" dirty="0" err="1"/>
              <a:t>toLowerCase</a:t>
            </a:r>
            <a:r>
              <a:rPr lang="en-IN" dirty="0"/>
              <a:t>();  </a:t>
            </a:r>
          </a:p>
          <a:p>
            <a:r>
              <a:rPr lang="en-IN" dirty="0"/>
              <a:t>            </a:t>
            </a:r>
            <a:r>
              <a:rPr lang="en-IN" dirty="0" err="1"/>
              <a:t>System.out.print</a:t>
            </a:r>
            <a:r>
              <a:rPr lang="en-IN" dirty="0"/>
              <a:t>(</a:t>
            </a:r>
            <a:r>
              <a:rPr lang="en-IN" dirty="0" err="1"/>
              <a:t>lowercaseString</a:t>
            </a:r>
            <a:r>
              <a:rPr lang="en-IN" dirty="0"/>
              <a:t>);  </a:t>
            </a:r>
          </a:p>
          <a:p>
            <a:r>
              <a:rPr lang="en-IN" dirty="0"/>
              <a:t>        }else  </a:t>
            </a:r>
          </a:p>
          <a:p>
            <a:r>
              <a:rPr lang="en-IN" dirty="0"/>
              <a:t>            </a:t>
            </a:r>
            <a:r>
              <a:rPr lang="en-IN" dirty="0" err="1"/>
              <a:t>System.out.println</a:t>
            </a:r>
            <a:r>
              <a:rPr lang="en-IN" dirty="0"/>
              <a:t>("string value is not present");  </a:t>
            </a:r>
          </a:p>
          <a:p>
            <a:r>
              <a:rPr lang="en-IN" dirty="0"/>
              <a:t>    }  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0D153F-0BFA-4076-8A7B-1BE9F4B91870}"/>
              </a:ext>
            </a:extLst>
          </p:cNvPr>
          <p:cNvSpPr txBox="1"/>
          <p:nvPr/>
        </p:nvSpPr>
        <p:spPr>
          <a:xfrm>
            <a:off x="8783782" y="5971309"/>
            <a:ext cx="1801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solidFill>
                  <a:srgbClr val="FFFF00"/>
                </a:solidFill>
                <a:latin typeface="Consolas" panose="020B0609020204030204" pitchFamily="49" charset="0"/>
              </a:rPr>
              <a:t>for check</a:t>
            </a:r>
            <a:endParaRPr lang="en-IN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359645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516</TotalTime>
  <Words>1949</Words>
  <Application>Microsoft Office PowerPoint</Application>
  <PresentationFormat>Widescreen</PresentationFormat>
  <Paragraphs>274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Century Gothic</vt:lpstr>
      <vt:lpstr>Consolas</vt:lpstr>
      <vt:lpstr>Courier New</vt:lpstr>
      <vt:lpstr>Tahoma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rajivranjancse@outlook.com</dc:creator>
  <cp:lastModifiedBy>rajivranjancse@outlook.com</cp:lastModifiedBy>
  <cp:revision>31</cp:revision>
  <dcterms:created xsi:type="dcterms:W3CDTF">2022-01-17T07:42:56Z</dcterms:created>
  <dcterms:modified xsi:type="dcterms:W3CDTF">2025-07-07T06:56:25Z</dcterms:modified>
</cp:coreProperties>
</file>